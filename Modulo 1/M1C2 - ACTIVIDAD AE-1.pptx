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5" r:id="rId1"/>
  </p:sldMasterIdLst>
  <p:notesMasterIdLst>
    <p:notesMasterId r:id="rId8"/>
  </p:notesMasterIdLst>
  <p:sldIdLst>
    <p:sldId id="256" r:id="rId2"/>
    <p:sldId id="257" r:id="rId3"/>
    <p:sldId id="258" r:id="rId4"/>
    <p:sldId id="260" r:id="rId5"/>
    <p:sldId id="259" r:id="rId6"/>
    <p:sldId id="261" r:id="rId7"/>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3" d="100"/>
          <a:sy n="153" d="100"/>
        </p:scale>
        <p:origin x="2802"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F044E6-44AD-4B3F-9017-99E866718958}" type="datetimeFigureOut">
              <a:rPr lang="es-CL" smtClean="0"/>
              <a:t>06-11-2025</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19BE52-F919-4E08-A778-6057E2086A50}" type="slidenum">
              <a:rPr lang="es-CL" smtClean="0"/>
              <a:t>‹Nº›</a:t>
            </a:fld>
            <a:endParaRPr lang="es-CL"/>
          </a:p>
        </p:txBody>
      </p:sp>
    </p:spTree>
    <p:extLst>
      <p:ext uri="{BB962C8B-B14F-4D97-AF65-F5344CB8AC3E}">
        <p14:creationId xmlns:p14="http://schemas.microsoft.com/office/powerpoint/2010/main" val="5682660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sz="1200" dirty="0"/>
              <a:t>Un posible escenario de integración para PC Factory:</a:t>
            </a:r>
          </a:p>
          <a:p>
            <a:r>
              <a:rPr lang="es-ES" sz="1200" dirty="0"/>
              <a:t> </a:t>
            </a:r>
          </a:p>
          <a:p>
            <a:r>
              <a:rPr lang="es-ES" sz="1200" dirty="0"/>
              <a:t>El equipo trabaja bajo una metodología ágil, por ejemplo Scrum. Cada dos semanas tienen un sprint en el que el equipo define qué funcionalidades entran (por ejemplo “mejorar navegación móvil”, “agregar filtros de producto”).</a:t>
            </a:r>
          </a:p>
          <a:p>
            <a:r>
              <a:rPr lang="es-ES" sz="1200" dirty="0"/>
              <a:t> </a:t>
            </a:r>
          </a:p>
          <a:p>
            <a:r>
              <a:rPr lang="es-ES" sz="1200" dirty="0"/>
              <a:t>El </a:t>
            </a:r>
            <a:r>
              <a:rPr lang="es-ES" sz="1200" dirty="0" err="1"/>
              <a:t>Product</a:t>
            </a:r>
            <a:r>
              <a:rPr lang="es-ES" sz="1200" dirty="0"/>
              <a:t> </a:t>
            </a:r>
            <a:r>
              <a:rPr lang="es-ES" sz="1200" dirty="0" err="1"/>
              <a:t>Owner</a:t>
            </a:r>
            <a:r>
              <a:rPr lang="es-ES" sz="1200" dirty="0"/>
              <a:t> define las prioridades según el negocio (ventas online, experiencia de usuario, reducción de abandonos del carrito).</a:t>
            </a:r>
          </a:p>
          <a:p>
            <a:r>
              <a:rPr lang="es-ES" sz="1200" dirty="0"/>
              <a:t> </a:t>
            </a:r>
          </a:p>
          <a:p>
            <a:r>
              <a:rPr lang="es-ES" sz="1200" dirty="0"/>
              <a:t>El DevOps se asegura que el entorno de producción esté estable, despliegues automáticos, monitoreo.</a:t>
            </a:r>
          </a:p>
          <a:p>
            <a:r>
              <a:rPr lang="es-ES" sz="1200" dirty="0"/>
              <a:t> </a:t>
            </a:r>
          </a:p>
          <a:p>
            <a:r>
              <a:rPr lang="es-ES" sz="1200" dirty="0"/>
              <a:t>El analista de datos revisa al final de cada sprint los indicadores (ventas, tasa de rebote, páginas más visitadas) y comunica ajustes al </a:t>
            </a:r>
            <a:r>
              <a:rPr lang="es-ES" sz="1200" dirty="0" err="1"/>
              <a:t>Product</a:t>
            </a:r>
            <a:r>
              <a:rPr lang="es-ES" sz="1200" dirty="0"/>
              <a:t> </a:t>
            </a:r>
            <a:r>
              <a:rPr lang="es-ES" sz="1200" dirty="0" err="1"/>
              <a:t>Owner</a:t>
            </a:r>
            <a:r>
              <a:rPr lang="es-ES" sz="1200" dirty="0"/>
              <a:t>.</a:t>
            </a:r>
          </a:p>
          <a:p>
            <a:r>
              <a:rPr lang="es-ES" sz="1200" dirty="0"/>
              <a:t> </a:t>
            </a:r>
          </a:p>
          <a:p>
            <a:r>
              <a:rPr lang="es-ES" sz="1200" dirty="0"/>
              <a:t>El diseñador UI/UX colabora desde el comienzo de cada historia de usuario para asegurar que lo que se pide tenga buen diseño y sea amigable para el cliente.</a:t>
            </a:r>
          </a:p>
          <a:p>
            <a:endParaRPr lang="es-CL" dirty="0"/>
          </a:p>
        </p:txBody>
      </p:sp>
      <p:sp>
        <p:nvSpPr>
          <p:cNvPr id="4" name="Marcador de número de diapositiva 3"/>
          <p:cNvSpPr>
            <a:spLocks noGrp="1"/>
          </p:cNvSpPr>
          <p:nvPr>
            <p:ph type="sldNum" sz="quarter" idx="5"/>
          </p:nvPr>
        </p:nvSpPr>
        <p:spPr/>
        <p:txBody>
          <a:bodyPr/>
          <a:lstStyle/>
          <a:p>
            <a:fld id="{FB19BE52-F919-4E08-A778-6057E2086A50}" type="slidenum">
              <a:rPr lang="es-CL" smtClean="0"/>
              <a:t>4</a:t>
            </a:fld>
            <a:endParaRPr lang="es-CL"/>
          </a:p>
        </p:txBody>
      </p:sp>
    </p:spTree>
    <p:extLst>
      <p:ext uri="{BB962C8B-B14F-4D97-AF65-F5344CB8AC3E}">
        <p14:creationId xmlns:p14="http://schemas.microsoft.com/office/powerpoint/2010/main" val="16362312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hoto 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5330952" cy="3739896"/>
          </a:xfrm>
        </p:spPr>
        <p:txBody>
          <a:bodyPr vert="horz" lIns="91440" tIns="45720" rIns="91440" bIns="45720" rtlCol="0" anchor="t">
            <a:normAutofit/>
          </a:bodyPr>
          <a:lstStyle>
            <a:lvl1pPr>
              <a:defRPr lang="en-US" sz="62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517136" cy="1380744"/>
          </a:xfrm>
        </p:spPr>
        <p:txBody>
          <a:bodyPr vert="horz" lIns="91440" tIns="45720" rIns="91440" bIns="45720" rtlCol="0" anchor="b">
            <a:normAutofit/>
          </a:bodyPr>
          <a:lstStyle>
            <a:lvl1pPr marL="0" indent="0">
              <a:buNone/>
              <a:defRPr lang="en-US" dirty="0">
                <a:solidFill>
                  <a:schemeClr val="tx2"/>
                </a:solidFill>
              </a:defRPr>
            </a:lvl1pPr>
          </a:lstStyle>
          <a:p>
            <a:pPr lvl="0"/>
            <a:r>
              <a:rPr lang="en-US" dirty="0"/>
              <a:t>Click to edit Master subtitle style</a:t>
            </a:r>
          </a:p>
        </p:txBody>
      </p:sp>
      <p:sp>
        <p:nvSpPr>
          <p:cNvPr id="10" name="Picture Placeholder 6">
            <a:extLst>
              <a:ext uri="{FF2B5EF4-FFF2-40B4-BE49-F238E27FC236}">
                <a16:creationId xmlns:a16="http://schemas.microsoft.com/office/drawing/2014/main" id="{DEE3B02A-3B83-3083-3F07-26E25C6C135D}"/>
              </a:ext>
            </a:extLst>
          </p:cNvPr>
          <p:cNvSpPr>
            <a:spLocks noGrp="1"/>
          </p:cNvSpPr>
          <p:nvPr>
            <p:ph type="pic" sz="quarter" idx="13" hasCustomPrompt="1"/>
          </p:nvPr>
        </p:nvSpPr>
        <p:spPr>
          <a:xfrm>
            <a:off x="6517248" y="0"/>
            <a:ext cx="5674753" cy="6399152"/>
          </a:xfrm>
          <a:custGeom>
            <a:avLst/>
            <a:gdLst>
              <a:gd name="connsiteX0" fmla="*/ 0 w 5674753"/>
              <a:gd name="connsiteY0" fmla="*/ 0 h 6399152"/>
              <a:gd name="connsiteX1" fmla="*/ 5674753 w 5674753"/>
              <a:gd name="connsiteY1" fmla="*/ 0 h 6399152"/>
              <a:gd name="connsiteX2" fmla="*/ 5674753 w 5674753"/>
              <a:gd name="connsiteY2" fmla="*/ 6399152 h 6399152"/>
              <a:gd name="connsiteX3" fmla="*/ 601996 w 5674753"/>
              <a:gd name="connsiteY3" fmla="*/ 6399152 h 6399152"/>
              <a:gd name="connsiteX4" fmla="*/ 0 w 5674753"/>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4753" h="6399152">
                <a:moveTo>
                  <a:pt x="0" y="0"/>
                </a:moveTo>
                <a:lnTo>
                  <a:pt x="5674753" y="0"/>
                </a:lnTo>
                <a:lnTo>
                  <a:pt x="5674753" y="6399152"/>
                </a:lnTo>
                <a:lnTo>
                  <a:pt x="601996" y="6399152"/>
                </a:lnTo>
                <a:cubicBezTo>
                  <a:pt x="269523" y="6399152"/>
                  <a:pt x="0" y="6129629"/>
                  <a:pt x="0" y="5797156"/>
                </a:cubicBezTo>
                <a:close/>
              </a:path>
            </a:pathLst>
          </a:custGeom>
          <a:blipFill dpi="0" rotWithShape="1">
            <a:blip r:embed="rId2"/>
            <a:srcRect/>
            <a:stretch>
              <a:fillRect/>
            </a:stretch>
          </a:blipFill>
        </p:spPr>
        <p:txBody>
          <a:bodyPr wrap="square">
            <a:noAutofit/>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EF118477-BA54-4B0E-9EC5-D8568300CAF2}" type="datetime1">
              <a:rPr lang="en-US" smtClean="0"/>
              <a:t>11/6/2025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‹Nº›</a:t>
            </a:fld>
            <a:endParaRPr lang="en-US"/>
          </a:p>
        </p:txBody>
      </p:sp>
    </p:spTree>
    <p:extLst>
      <p:ext uri="{BB962C8B-B14F-4D97-AF65-F5344CB8AC3E}">
        <p14:creationId xmlns:p14="http://schemas.microsoft.com/office/powerpoint/2010/main" val="396944615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78E53AA-13B8-469A-87B0-FF7C74E1EADE}" type="datetime1">
              <a:rPr lang="en-US" smtClean="0"/>
              <a:t>11/6/2025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836533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69480" y="411480"/>
            <a:ext cx="4361688" cy="3968496"/>
          </a:xfrm>
        </p:spPr>
        <p:txBody>
          <a:bodyPr vert="horz" lIns="91440" tIns="45720" rIns="91440" bIns="45720" rtlCol="0" anchor="t">
            <a:normAutofit/>
          </a:bodyPr>
          <a:lstStyle>
            <a:lvl1pPr>
              <a:defRPr lang="en-US" sz="48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69480" y="4873752"/>
            <a:ext cx="4206240" cy="1380744"/>
          </a:xfrm>
        </p:spPr>
        <p:txBody>
          <a:bodyPr vert="horz" lIns="91440" tIns="45720" rIns="91440" bIns="45720" rtlCol="0" anchor="b">
            <a:normAutofit/>
          </a:bodyPr>
          <a:lstStyle>
            <a:lvl1pPr marL="0" indent="0">
              <a:buNone/>
              <a:defRPr lang="en-US" dirty="0">
                <a:solidFill>
                  <a:schemeClr val="tx2"/>
                </a:solidFill>
              </a:defRPr>
            </a:lvl1pPr>
          </a:lstStyle>
          <a:p>
            <a:pPr lvl="0"/>
            <a:r>
              <a:rPr lang="en-US" dirty="0"/>
              <a:t>Click to edit Master subtitle style</a:t>
            </a:r>
          </a:p>
        </p:txBody>
      </p:sp>
      <p:sp>
        <p:nvSpPr>
          <p:cNvPr id="11" name="Picture Placeholder 6">
            <a:extLst>
              <a:ext uri="{FF2B5EF4-FFF2-40B4-BE49-F238E27FC236}">
                <a16:creationId xmlns:a16="http://schemas.microsoft.com/office/drawing/2014/main" id="{1D6AB98B-BD95-F9FC-BB22-1A89B6EE3246}"/>
              </a:ext>
            </a:extLst>
          </p:cNvPr>
          <p:cNvSpPr>
            <a:spLocks noGrp="1"/>
          </p:cNvSpPr>
          <p:nvPr>
            <p:ph type="pic" sz="quarter" idx="13" hasCustomPrompt="1"/>
          </p:nvPr>
        </p:nvSpPr>
        <p:spPr>
          <a:xfrm>
            <a:off x="0" y="0"/>
            <a:ext cx="6604503" cy="6399152"/>
          </a:xfrm>
          <a:custGeom>
            <a:avLst/>
            <a:gdLst>
              <a:gd name="connsiteX0" fmla="*/ 0 w 6604503"/>
              <a:gd name="connsiteY0" fmla="*/ 0 h 6399152"/>
              <a:gd name="connsiteX1" fmla="*/ 6604503 w 6604503"/>
              <a:gd name="connsiteY1" fmla="*/ 0 h 6399152"/>
              <a:gd name="connsiteX2" fmla="*/ 6604503 w 6604503"/>
              <a:gd name="connsiteY2" fmla="*/ 5797156 h 6399152"/>
              <a:gd name="connsiteX3" fmla="*/ 6002507 w 6604503"/>
              <a:gd name="connsiteY3" fmla="*/ 6399152 h 6399152"/>
              <a:gd name="connsiteX4" fmla="*/ 0 w 6604503"/>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4503" h="6399152">
                <a:moveTo>
                  <a:pt x="0" y="0"/>
                </a:moveTo>
                <a:lnTo>
                  <a:pt x="6604503" y="0"/>
                </a:lnTo>
                <a:lnTo>
                  <a:pt x="6604503" y="5797156"/>
                </a:lnTo>
                <a:cubicBezTo>
                  <a:pt x="6604503" y="6129629"/>
                  <a:pt x="6334980" y="6399152"/>
                  <a:pt x="6002507" y="6399152"/>
                </a:cubicBezTo>
                <a:lnTo>
                  <a:pt x="0" y="6399152"/>
                </a:ln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5B3B0F7F-6AD6-4AF0-8BB1-D49CE0F9F622}" type="datetime1">
              <a:rPr lang="en-US" smtClean="0"/>
              <a:t>11/6/2025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‹Nº›</a:t>
            </a:fld>
            <a:endParaRPr lang="en-US"/>
          </a:p>
        </p:txBody>
      </p:sp>
    </p:spTree>
    <p:extLst>
      <p:ext uri="{BB962C8B-B14F-4D97-AF65-F5344CB8AC3E}">
        <p14:creationId xmlns:p14="http://schemas.microsoft.com/office/powerpoint/2010/main" val="154302608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hoto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4590288" cy="3739896"/>
          </a:xfrm>
        </p:spPr>
        <p:txBody>
          <a:bodyPr vert="horz" lIns="91440" tIns="45720" rIns="91440" bIns="45720" rtlCol="0" anchor="t">
            <a:normAutofit/>
          </a:bodyPr>
          <a:lstStyle>
            <a:lvl1pPr>
              <a:defRPr lang="en-US" sz="50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206240" cy="1380744"/>
          </a:xfrm>
        </p:spPr>
        <p:txBody>
          <a:bodyPr vert="horz" lIns="91440" tIns="45720" rIns="91440" bIns="45720" rtlCol="0" anchor="b">
            <a:normAutofit/>
          </a:bodyPr>
          <a:lstStyle>
            <a:lvl1pPr marL="0" indent="0">
              <a:buNone/>
              <a:defRPr lang="en-US" dirty="0">
                <a:solidFill>
                  <a:schemeClr val="tx2"/>
                </a:solidFill>
              </a:defRPr>
            </a:lvl1pPr>
          </a:lstStyle>
          <a:p>
            <a:pPr lvl="0"/>
            <a:r>
              <a:rPr lang="en-US" dirty="0"/>
              <a:t>Click to edit Master subtitle style</a:t>
            </a:r>
          </a:p>
        </p:txBody>
      </p:sp>
      <p:sp>
        <p:nvSpPr>
          <p:cNvPr id="15" name="Picture Placeholder 6">
            <a:extLst>
              <a:ext uri="{FF2B5EF4-FFF2-40B4-BE49-F238E27FC236}">
                <a16:creationId xmlns:a16="http://schemas.microsoft.com/office/drawing/2014/main" id="{3D161DAC-42AF-C3D9-37A1-04B90F30DEED}"/>
              </a:ext>
            </a:extLst>
          </p:cNvPr>
          <p:cNvSpPr>
            <a:spLocks noGrp="1"/>
          </p:cNvSpPr>
          <p:nvPr>
            <p:ph type="pic" sz="quarter" idx="13" hasCustomPrompt="1"/>
          </p:nvPr>
        </p:nvSpPr>
        <p:spPr>
          <a:xfrm>
            <a:off x="5586160" y="0"/>
            <a:ext cx="6605841" cy="6399152"/>
          </a:xfrm>
          <a:custGeom>
            <a:avLst/>
            <a:gdLst>
              <a:gd name="connsiteX0" fmla="*/ 0 w 6605841"/>
              <a:gd name="connsiteY0" fmla="*/ 0 h 6399152"/>
              <a:gd name="connsiteX1" fmla="*/ 6605841 w 6605841"/>
              <a:gd name="connsiteY1" fmla="*/ 0 h 6399152"/>
              <a:gd name="connsiteX2" fmla="*/ 6605841 w 6605841"/>
              <a:gd name="connsiteY2" fmla="*/ 6399152 h 6399152"/>
              <a:gd name="connsiteX3" fmla="*/ 601995 w 6605841"/>
              <a:gd name="connsiteY3" fmla="*/ 6399152 h 6399152"/>
              <a:gd name="connsiteX4" fmla="*/ 0 w 6605841"/>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5841" h="6399152">
                <a:moveTo>
                  <a:pt x="0" y="0"/>
                </a:moveTo>
                <a:lnTo>
                  <a:pt x="6605841" y="0"/>
                </a:lnTo>
                <a:lnTo>
                  <a:pt x="6605841" y="6399152"/>
                </a:lnTo>
                <a:lnTo>
                  <a:pt x="601995" y="6399152"/>
                </a:lnTo>
                <a:cubicBezTo>
                  <a:pt x="269522" y="6399152"/>
                  <a:pt x="0" y="6129629"/>
                  <a:pt x="0" y="5797156"/>
                </a:cubicBez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016F69B6-6D5E-4363-B374-18E94027D1E6}" type="datetime1">
              <a:rPr lang="en-US" smtClean="0"/>
              <a:t>11/6/2025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‹Nº›</a:t>
            </a:fld>
            <a:endParaRPr lang="en-US"/>
          </a:p>
        </p:txBody>
      </p:sp>
    </p:spTree>
    <p:extLst>
      <p:ext uri="{BB962C8B-B14F-4D97-AF65-F5344CB8AC3E}">
        <p14:creationId xmlns:p14="http://schemas.microsoft.com/office/powerpoint/2010/main" val="3890371083"/>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hoto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5276088"/>
            <a:ext cx="11347704" cy="786384"/>
          </a:xfrm>
        </p:spPr>
        <p:txBody>
          <a:bodyPr vert="horz" lIns="91440" tIns="45720" rIns="91440" bIns="45720" rtlCol="0" anchor="b">
            <a:normAutofit/>
          </a:bodyPr>
          <a:lstStyle>
            <a:lvl1pPr>
              <a:defRPr lang="en-US" sz="44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980176"/>
            <a:ext cx="11347704" cy="530352"/>
          </a:xfrm>
        </p:spPr>
        <p:txBody>
          <a:bodyPr vert="horz" lIns="91440" tIns="45720" rIns="91440" bIns="45720" rtlCol="0" anchor="ctr">
            <a:normAutofit/>
          </a:bodyPr>
          <a:lstStyle>
            <a:lvl1pPr marL="0" indent="0">
              <a:buNone/>
              <a:defRPr lang="en-US" dirty="0">
                <a:solidFill>
                  <a:schemeClr val="tx2"/>
                </a:solidFill>
              </a:defRPr>
            </a:lvl1pPr>
          </a:lstStyle>
          <a:p>
            <a:pPr lvl="0"/>
            <a:r>
              <a:rPr lang="en-US" dirty="0"/>
              <a:t>Click to edit Master subtitle style</a:t>
            </a:r>
          </a:p>
        </p:txBody>
      </p:sp>
      <p:sp>
        <p:nvSpPr>
          <p:cNvPr id="9" name="Picture Placeholder 8">
            <a:extLst>
              <a:ext uri="{FF2B5EF4-FFF2-40B4-BE49-F238E27FC236}">
                <a16:creationId xmlns:a16="http://schemas.microsoft.com/office/drawing/2014/main" id="{A9E06FED-92D3-C4D6-28D7-600D842F7AC3}"/>
              </a:ext>
            </a:extLst>
          </p:cNvPr>
          <p:cNvSpPr>
            <a:spLocks noGrp="1"/>
          </p:cNvSpPr>
          <p:nvPr>
            <p:ph type="pic" sz="quarter" idx="13" hasCustomPrompt="1"/>
          </p:nvPr>
        </p:nvSpPr>
        <p:spPr>
          <a:xfrm>
            <a:off x="0" y="0"/>
            <a:ext cx="11733150" cy="5135804"/>
          </a:xfrm>
          <a:custGeom>
            <a:avLst/>
            <a:gdLst>
              <a:gd name="connsiteX0" fmla="*/ 0 w 11733150"/>
              <a:gd name="connsiteY0" fmla="*/ 0 h 5135804"/>
              <a:gd name="connsiteX1" fmla="*/ 11733150 w 11733150"/>
              <a:gd name="connsiteY1" fmla="*/ 0 h 5135804"/>
              <a:gd name="connsiteX2" fmla="*/ 11733150 w 11733150"/>
              <a:gd name="connsiteY2" fmla="*/ 4533808 h 5135804"/>
              <a:gd name="connsiteX3" fmla="*/ 11131154 w 11733150"/>
              <a:gd name="connsiteY3" fmla="*/ 5135804 h 5135804"/>
              <a:gd name="connsiteX4" fmla="*/ 0 w 11733150"/>
              <a:gd name="connsiteY4" fmla="*/ 5135804 h 5135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5135804">
                <a:moveTo>
                  <a:pt x="0" y="0"/>
                </a:moveTo>
                <a:lnTo>
                  <a:pt x="11733150" y="0"/>
                </a:lnTo>
                <a:lnTo>
                  <a:pt x="11733150" y="4533808"/>
                </a:lnTo>
                <a:cubicBezTo>
                  <a:pt x="11733150" y="4866281"/>
                  <a:pt x="11463627" y="5135804"/>
                  <a:pt x="11131154" y="5135804"/>
                </a:cubicBezTo>
                <a:lnTo>
                  <a:pt x="0" y="5135804"/>
                </a:lnTo>
                <a:close/>
              </a:path>
            </a:pathLst>
          </a:custGeom>
          <a:blipFill dpi="0" rotWithShape="1">
            <a:blip r:embed="rId2">
              <a:alphaModFix amt="75000"/>
            </a:blip>
            <a:srcRect/>
            <a:stretch>
              <a:fillRect/>
            </a:stretch>
          </a:blipFill>
        </p:spPr>
        <p:txBody>
          <a:bodyPr wrap="square">
            <a:noAutofit/>
          </a:bodyPr>
          <a:lstStyle>
            <a:lvl1pPr marL="0" indent="0">
              <a:buNone/>
              <a:defRPr/>
            </a:lvl1pPr>
          </a:lstStyle>
          <a:p>
            <a:r>
              <a:rPr lang="en-US" dirty="0"/>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37160" y="6519672"/>
            <a:ext cx="3494314" cy="365125"/>
          </a:xfrm>
        </p:spPr>
        <p:txBody>
          <a:bodyPr/>
          <a:lstStyle>
            <a:lvl1pPr>
              <a:defRPr>
                <a:solidFill>
                  <a:schemeClr val="tx2"/>
                </a:solidFill>
                <a:effectLst/>
              </a:defRPr>
            </a:lvl1pPr>
          </a:lstStyle>
          <a:p>
            <a:fld id="{4DEE5A9B-1189-4B03-AA34-8ABCB3EDCE59}" type="datetime1">
              <a:rPr lang="en-US" smtClean="0"/>
              <a:t>11/6/2025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876521" y="6519672"/>
            <a:ext cx="2805405" cy="365125"/>
          </a:xfrm>
        </p:spPr>
        <p:txBody>
          <a:bodyPr/>
          <a:lstStyle>
            <a:lvl1pPr>
              <a:defRPr>
                <a:solidFill>
                  <a:schemeClr val="tx2"/>
                </a:solidFill>
                <a:effectLst/>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519672"/>
            <a:ext cx="429207" cy="365125"/>
          </a:xfrm>
        </p:spPr>
        <p:txBody>
          <a:bodyPr/>
          <a:lstStyle>
            <a:lvl1pPr>
              <a:defRPr>
                <a:solidFill>
                  <a:schemeClr val="tx2"/>
                </a:solidFill>
                <a:effectLst/>
              </a:defRPr>
            </a:lvl1pPr>
          </a:lstStyle>
          <a:p>
            <a:fld id="{CC057153-B650-4DEB-B370-79DDCFDCE934}" type="slidenum">
              <a:rPr lang="en-US" smtClean="0"/>
              <a:pPr/>
              <a:t>‹Nº›</a:t>
            </a:fld>
            <a:endParaRPr lang="en-US"/>
          </a:p>
        </p:txBody>
      </p:sp>
    </p:spTree>
    <p:extLst>
      <p:ext uri="{BB962C8B-B14F-4D97-AF65-F5344CB8AC3E}">
        <p14:creationId xmlns:p14="http://schemas.microsoft.com/office/powerpoint/2010/main" val="3154027134"/>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93776"/>
            <a:ext cx="8028432" cy="4325112"/>
          </a:xfrm>
        </p:spPr>
        <p:txBody>
          <a:bodyPr vert="horz" lIns="91440" tIns="45720" rIns="91440" bIns="45720" rtlCol="0" anchor="t">
            <a:normAutofit/>
          </a:bodyPr>
          <a:lstStyle>
            <a:lvl1pPr>
              <a:defRPr lang="en-US" sz="80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065776"/>
            <a:ext cx="5431536" cy="1188720"/>
          </a:xfrm>
        </p:spPr>
        <p:txBody>
          <a:bodyPr vert="horz" lIns="91440" tIns="45720" rIns="91440" bIns="45720" rtlCol="0" anchor="b">
            <a:normAutofit/>
          </a:bodyPr>
          <a:lstStyle>
            <a:lvl1pPr marL="0" indent="0">
              <a:buNone/>
              <a:defRPr lang="en-US" dirty="0">
                <a:solidFill>
                  <a:schemeClr val="tx2"/>
                </a:solidFill>
              </a:defRPr>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FED32A50-3A67-42D0-AFC3-9798A621A2DF}" type="datetime1">
              <a:rPr lang="en-US" smtClean="0"/>
              <a:t>11/6/2025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‹Nº›</a:t>
            </a:fld>
            <a:endParaRPr lang="en-US"/>
          </a:p>
        </p:txBody>
      </p:sp>
    </p:spTree>
    <p:extLst>
      <p:ext uri="{BB962C8B-B14F-4D97-AF65-F5344CB8AC3E}">
        <p14:creationId xmlns:p14="http://schemas.microsoft.com/office/powerpoint/2010/main" val="3033217971"/>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08176" y="1536192"/>
            <a:ext cx="9171432" cy="2615184"/>
          </a:xfrm>
        </p:spPr>
        <p:txBody>
          <a:bodyPr anchor="ctr">
            <a:normAutofit/>
          </a:bodyPr>
          <a:lstStyle>
            <a:lvl1pPr algn="ctr">
              <a:defRPr sz="5400">
                <a:solidFill>
                  <a:schemeClr val="tx2"/>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08176" y="5111496"/>
            <a:ext cx="9171432" cy="1143000"/>
          </a:xfrm>
        </p:spPr>
        <p:txBody>
          <a:bodyPr anchor="t">
            <a:normAutofit/>
          </a:bodyPr>
          <a:lstStyle>
            <a:lvl1pPr marL="0" indent="0" algn="ctr">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B65698FC-C9DA-44B4-AC6C-01EEA7EAAA4C}" type="datetime1">
              <a:rPr lang="en-US" smtClean="0"/>
              <a:t>11/6/2025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‹Nº›</a:t>
            </a:fld>
            <a:endParaRPr lang="en-US"/>
          </a:p>
        </p:txBody>
      </p:sp>
    </p:spTree>
    <p:extLst>
      <p:ext uri="{BB962C8B-B14F-4D97-AF65-F5344CB8AC3E}">
        <p14:creationId xmlns:p14="http://schemas.microsoft.com/office/powerpoint/2010/main" val="4274485190"/>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38912"/>
            <a:ext cx="11494008" cy="4654296"/>
          </a:xfrm>
        </p:spPr>
        <p:txBody>
          <a:bodyPr vert="horz" lIns="91440" tIns="45720" rIns="91440" bIns="45720" rtlCol="0" anchor="t">
            <a:normAutofit/>
          </a:bodyPr>
          <a:lstStyle>
            <a:lvl1pPr>
              <a:defRPr lang="en-US" sz="12500" dirty="0">
                <a:solidFill>
                  <a:schemeClr val="tx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170516"/>
            <a:ext cx="4800600" cy="1083980"/>
          </a:xfrm>
        </p:spPr>
        <p:txBody>
          <a:bodyPr vert="horz" lIns="91440" tIns="45720" rIns="91440" bIns="45720" rtlCol="0" anchor="b">
            <a:normAutofit/>
          </a:bodyPr>
          <a:lstStyle>
            <a:lvl1pPr marL="0" indent="0">
              <a:buNone/>
              <a:defRPr lang="en-US" dirty="0">
                <a:solidFill>
                  <a:schemeClr val="tx2"/>
                </a:solidFill>
              </a:defRPr>
            </a:lvl1pPr>
          </a:lstStyle>
          <a:p>
            <a:pPr lvl="0"/>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29ECA0D2-D30D-4484-8941-E31C1541BC59}" type="datetime1">
              <a:rPr lang="en-US" smtClean="0"/>
              <a:t>11/6/2025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‹Nº›</a:t>
            </a:fld>
            <a:endParaRPr lang="en-US"/>
          </a:p>
        </p:txBody>
      </p:sp>
    </p:spTree>
    <p:extLst>
      <p:ext uri="{BB962C8B-B14F-4D97-AF65-F5344CB8AC3E}">
        <p14:creationId xmlns:p14="http://schemas.microsoft.com/office/powerpoint/2010/main" val="396258838"/>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27A12A6-507C-2714-2F24-09ADE11584C5}"/>
              </a:ext>
            </a:extLst>
          </p:cNvPr>
          <p:cNvSpPr/>
          <p:nvPr/>
        </p:nvSpPr>
        <p:spPr>
          <a:xfrm>
            <a:off x="0" y="0"/>
            <a:ext cx="12192000" cy="6858000"/>
          </a:xfrm>
          <a:prstGeom prst="rect">
            <a:avLst/>
          </a:pr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429768" y="1810512"/>
            <a:ext cx="8961120" cy="4654296"/>
          </a:xfrm>
        </p:spPr>
        <p:txBody>
          <a:bodyPr anchor="b">
            <a:normAutofit/>
          </a:bodyPr>
          <a:lstStyle>
            <a:lvl1pPr>
              <a:defRPr sz="6000">
                <a:solidFill>
                  <a:schemeClr val="accent1"/>
                </a:solidFill>
              </a:defRPr>
            </a:lvl1pPr>
          </a:lstStyle>
          <a:p>
            <a:r>
              <a:rPr lang="en-US" dirty="0"/>
              <a:t>Click to edit Master title style</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accent1"/>
                </a:solidFill>
              </a:defRPr>
            </a:lvl1pPr>
          </a:lstStyle>
          <a:p>
            <a:fld id="{BFA793B8-7270-4493-83ED-C07D34603133}" type="datetime1">
              <a:rPr lang="en-US" smtClean="0"/>
              <a:t>11/6/2025</a:t>
            </a:fld>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accent1"/>
                </a:solidFill>
              </a:defRPr>
            </a:lvl1pPr>
          </a:lstStyle>
          <a:p>
            <a:r>
              <a:rPr lang="en-US"/>
              <a:t>Sample Footer Text</a:t>
            </a:r>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accent1"/>
                </a:solidFill>
              </a:defRPr>
            </a:lvl1pPr>
          </a:lstStyle>
          <a:p>
            <a:fld id="{84145AC3-CC88-4C8A-A6CE-8D44921B6A23}" type="slidenum">
              <a:rPr lang="en-US" smtClean="0"/>
              <a:pPr/>
              <a:t>‹Nº›</a:t>
            </a:fld>
            <a:endParaRPr lang="en-US"/>
          </a:p>
        </p:txBody>
      </p:sp>
    </p:spTree>
    <p:extLst>
      <p:ext uri="{BB962C8B-B14F-4D97-AF65-F5344CB8AC3E}">
        <p14:creationId xmlns:p14="http://schemas.microsoft.com/office/powerpoint/2010/main" val="36544975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29768" y="411480"/>
            <a:ext cx="11045952" cy="1828800"/>
          </a:xfrm>
        </p:spPr>
        <p:txBody>
          <a:bodyPr anchor="t">
            <a:normAutofit/>
          </a:bodyPr>
          <a:lstStyle>
            <a:lvl1pPr>
              <a:defRPr sz="8000">
                <a:solidFill>
                  <a:schemeClr val="accent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94744" y="2423160"/>
            <a:ext cx="5780976" cy="3858768"/>
          </a:xfrm>
        </p:spPr>
        <p:txBody>
          <a:bodyPr vert="horz" lIns="91440" tIns="45720" rIns="91440" bIns="45720" rtlCol="0">
            <a:normAutofit/>
          </a:bodyPr>
          <a:lstStyle>
            <a:lvl1pPr marL="457200" indent="-457200">
              <a:buFont typeface="+mj-lt"/>
              <a:buAutoNum type="arabicPeriod"/>
              <a:defRPr lang="en-US" dirty="0"/>
            </a:lvl1pPr>
            <a:lvl2pPr marL="571500" indent="-342900">
              <a:buFont typeface="+mj-lt"/>
              <a:buAutoNum type="arabicPeriod"/>
              <a:defRPr lang="en-US"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C23AD26B-DEF0-4EC5-90CD-3C7B79EC8572}" type="datetime1">
              <a:rPr lang="en-US" smtClean="0"/>
              <a:t>11/6/2025</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43493995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91006" y="998230"/>
            <a:ext cx="3951469" cy="1947672"/>
          </a:xfrm>
        </p:spPr>
        <p:txBody>
          <a:bodyPr anchor="b">
            <a:normAutofit/>
          </a:bodyPr>
          <a:lstStyle>
            <a:lvl1pPr>
              <a:defRPr sz="4400">
                <a:solidFill>
                  <a:schemeClr val="accent1"/>
                </a:solidFill>
              </a:defRPr>
            </a:lvl1pPr>
          </a:lstStyle>
          <a:p>
            <a:r>
              <a:rPr lang="en-US" dirty="0"/>
              <a:t>Click to edit Master title style</a:t>
            </a:r>
          </a:p>
        </p:txBody>
      </p:sp>
      <p:sp>
        <p:nvSpPr>
          <p:cNvPr id="9" name="Picture Placeholder 3">
            <a:extLst>
              <a:ext uri="{FF2B5EF4-FFF2-40B4-BE49-F238E27FC236}">
                <a16:creationId xmlns:a16="http://schemas.microsoft.com/office/drawing/2014/main" id="{DD60ACDC-1760-F721-E270-0D2FC4872DF2}"/>
              </a:ext>
            </a:extLst>
          </p:cNvPr>
          <p:cNvSpPr>
            <a:spLocks noGrp="1"/>
          </p:cNvSpPr>
          <p:nvPr>
            <p:ph type="pic" sz="quarter" idx="15" hasCustomPrompt="1"/>
          </p:nvPr>
        </p:nvSpPr>
        <p:spPr>
          <a:xfrm>
            <a:off x="0" y="0"/>
            <a:ext cx="7002464" cy="6399152"/>
          </a:xfrm>
          <a:custGeom>
            <a:avLst/>
            <a:gdLst>
              <a:gd name="connsiteX0" fmla="*/ 0 w 7002464"/>
              <a:gd name="connsiteY0" fmla="*/ 0 h 6399152"/>
              <a:gd name="connsiteX1" fmla="*/ 7002464 w 7002464"/>
              <a:gd name="connsiteY1" fmla="*/ 0 h 6399152"/>
              <a:gd name="connsiteX2" fmla="*/ 7002464 w 7002464"/>
              <a:gd name="connsiteY2" fmla="*/ 5797156 h 6399152"/>
              <a:gd name="connsiteX3" fmla="*/ 6400468 w 7002464"/>
              <a:gd name="connsiteY3" fmla="*/ 6399152 h 6399152"/>
              <a:gd name="connsiteX4" fmla="*/ 0 w 7002464"/>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02464" h="6399152">
                <a:moveTo>
                  <a:pt x="0" y="0"/>
                </a:moveTo>
                <a:lnTo>
                  <a:pt x="7002464" y="0"/>
                </a:lnTo>
                <a:lnTo>
                  <a:pt x="7002464" y="5797156"/>
                </a:lnTo>
                <a:cubicBezTo>
                  <a:pt x="7002464" y="6129629"/>
                  <a:pt x="6732941" y="6399152"/>
                  <a:pt x="6400468" y="6399152"/>
                </a:cubicBezTo>
                <a:lnTo>
                  <a:pt x="0" y="6399152"/>
                </a:lnTo>
                <a:close/>
              </a:path>
            </a:pathLst>
          </a:custGeom>
          <a:blipFill dpi="0" rotWithShape="1">
            <a:blip r:embed="rId2">
              <a:alphaModFix amt="65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691007" y="3099815"/>
            <a:ext cx="3951469" cy="3084599"/>
          </a:xfrm>
        </p:spPr>
        <p:txBody>
          <a:bodyPr>
            <a:normAutofit/>
          </a:bodyPr>
          <a:lstStyle>
            <a:lvl1pPr marL="342900" indent="-342900">
              <a:buFont typeface="+mj-lt"/>
              <a:buAutoNum type="arabicPeriod"/>
              <a:defRPr sz="1800"/>
            </a:lvl1pPr>
            <a:lvl2pPr marL="571500" indent="-342900">
              <a:buFont typeface="+mj-lt"/>
              <a:buAutoNum type="arabicPeriod"/>
              <a:defRPr sz="1600"/>
            </a:lvl2pPr>
            <a:lvl3pPr marL="800100" indent="-342900">
              <a:buFont typeface="+mj-lt"/>
              <a:buAutoNum type="arabicPeriod"/>
              <a:defRPr sz="1400"/>
            </a:lvl3pPr>
            <a:lvl4pPr marL="914400" indent="-228600">
              <a:buFont typeface="+mj-lt"/>
              <a:buAutoNum type="arabicPeriod"/>
              <a:defRPr sz="1400"/>
            </a:lvl4pPr>
            <a:lvl5pPr marL="1143000" indent="-228600">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CA36A28-16B8-4B74-ADBC-086BC21557C6}" type="datetime1">
              <a:rPr lang="en-US" smtClean="0"/>
              <a:t>11/6/2025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320814141"/>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478024"/>
            <a:ext cx="4325112" cy="2454796"/>
          </a:xfrm>
        </p:spPr>
        <p:txBody>
          <a:bodyPr anchor="t">
            <a:normAutofit/>
          </a:bodyPr>
          <a:lstStyle>
            <a:lvl1pPr>
              <a:defRPr sz="4400"/>
            </a:lvl1pP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478024"/>
            <a:ext cx="4325112" cy="245479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27807CC-3A12-4A50-A3BE-C6063551B4A3}" type="datetime1">
              <a:rPr lang="en-US" smtClean="0"/>
              <a:t>11/6/2025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5626753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039112"/>
            <a:ext cx="3813048" cy="3538728"/>
          </a:xfrm>
        </p:spPr>
        <p:txBody>
          <a:bodyPr anchor="t">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22392" y="2039112"/>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7B40E33-4FBE-4166-8E4D-D16E2368EAF9}" type="datetime1">
              <a:rPr lang="en-US" smtClean="0"/>
              <a:t>11/6/2025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3584768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00200"/>
            <a:ext cx="4142232" cy="4636008"/>
          </a:xfrm>
        </p:spPr>
        <p:txBody>
          <a:bodyPr anchor="t">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22392" y="1600200"/>
            <a:ext cx="5788152" cy="46360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87688B5-3E47-407E-A4D5-0E98E41979E9}" type="datetime1">
              <a:rPr lang="en-US" smtClean="0"/>
              <a:t>11/6/2025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2974087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7" y="640079"/>
            <a:ext cx="4032505" cy="3621024"/>
          </a:xfrm>
        </p:spPr>
        <p:txBody>
          <a:bodyPr anchor="t">
            <a:normAutofit/>
          </a:bodyPr>
          <a:lstStyle>
            <a:lvl1pPr>
              <a:defRPr sz="3600"/>
            </a:lvl1pPr>
          </a:lstStyle>
          <a:p>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422392" y="640715"/>
            <a:ext cx="5968098" cy="57197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E129CD1-440F-4DE5-9914-1074B1963E64}" type="datetime1">
              <a:rPr lang="en-US" smtClean="0"/>
              <a:t>11/6/2025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6759518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3493008" cy="3621024"/>
          </a:xfrm>
        </p:spPr>
        <p:txBody>
          <a:bodyPr anchor="t">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25696" y="640080"/>
            <a:ext cx="7159752" cy="572414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9155DF8-55DB-438A-B328-5A22697F5E96}" type="datetime1">
              <a:rPr lang="en-US" smtClean="0"/>
              <a:t>11/6/2025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9075079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50408" y="548640"/>
            <a:ext cx="6035040" cy="1143000"/>
          </a:xfrm>
        </p:spPr>
        <p:txBody>
          <a:bodyPr anchor="b"/>
          <a:lstStyle/>
          <a:p>
            <a:r>
              <a:rPr lang="en-US" dirty="0"/>
              <a:t>Click to edit Master title style</a:t>
            </a:r>
          </a:p>
        </p:txBody>
      </p:sp>
      <p:sp>
        <p:nvSpPr>
          <p:cNvPr id="11" name="Picture Placeholder 3">
            <a:extLst>
              <a:ext uri="{FF2B5EF4-FFF2-40B4-BE49-F238E27FC236}">
                <a16:creationId xmlns:a16="http://schemas.microsoft.com/office/drawing/2014/main" id="{C1AB8ED2-AD91-CB22-5624-BD41AB32529E}"/>
              </a:ext>
            </a:extLst>
          </p:cNvPr>
          <p:cNvSpPr>
            <a:spLocks noGrp="1"/>
          </p:cNvSpPr>
          <p:nvPr>
            <p:ph type="pic" sz="quarter" idx="15" hasCustomPrompt="1"/>
          </p:nvPr>
        </p:nvSpPr>
        <p:spPr>
          <a:xfrm>
            <a:off x="0" y="0"/>
            <a:ext cx="4844052" cy="6399152"/>
          </a:xfrm>
          <a:custGeom>
            <a:avLst/>
            <a:gdLst>
              <a:gd name="connsiteX0" fmla="*/ 0 w 4844052"/>
              <a:gd name="connsiteY0" fmla="*/ 0 h 6399152"/>
              <a:gd name="connsiteX1" fmla="*/ 4844052 w 4844052"/>
              <a:gd name="connsiteY1" fmla="*/ 0 h 6399152"/>
              <a:gd name="connsiteX2" fmla="*/ 4844052 w 4844052"/>
              <a:gd name="connsiteY2" fmla="*/ 5795922 h 6399152"/>
              <a:gd name="connsiteX3" fmla="*/ 4240822 w 4844052"/>
              <a:gd name="connsiteY3" fmla="*/ 6399152 h 6399152"/>
              <a:gd name="connsiteX4" fmla="*/ 0 w 4844052"/>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4052" h="6399152">
                <a:moveTo>
                  <a:pt x="0" y="0"/>
                </a:moveTo>
                <a:lnTo>
                  <a:pt x="4844052" y="0"/>
                </a:lnTo>
                <a:lnTo>
                  <a:pt x="4844052" y="5795922"/>
                </a:lnTo>
                <a:cubicBezTo>
                  <a:pt x="4844052" y="6129077"/>
                  <a:pt x="4573977" y="6399152"/>
                  <a:pt x="4240822" y="6399152"/>
                </a:cubicBezTo>
                <a:lnTo>
                  <a:pt x="0" y="6399152"/>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50408" y="1828800"/>
            <a:ext cx="6035040"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9F2D74A-71A1-4609-9BED-C43EBEF2D096}" type="datetime1">
              <a:rPr lang="en-US" smtClean="0"/>
              <a:t>11/6/2025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2771339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40"/>
            <a:ext cx="6135624" cy="1143000"/>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828800"/>
            <a:ext cx="6135624" cy="44897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3">
            <a:extLst>
              <a:ext uri="{FF2B5EF4-FFF2-40B4-BE49-F238E27FC236}">
                <a16:creationId xmlns:a16="http://schemas.microsoft.com/office/drawing/2014/main" id="{D436AA50-FCF9-9A32-68F8-A124C794908D}"/>
              </a:ext>
            </a:extLst>
          </p:cNvPr>
          <p:cNvSpPr>
            <a:spLocks noGrp="1"/>
          </p:cNvSpPr>
          <p:nvPr>
            <p:ph type="pic" sz="quarter" idx="15" hasCustomPrompt="1"/>
          </p:nvPr>
        </p:nvSpPr>
        <p:spPr>
          <a:xfrm>
            <a:off x="7353304" y="0"/>
            <a:ext cx="4838696" cy="6399152"/>
          </a:xfrm>
          <a:custGeom>
            <a:avLst/>
            <a:gdLst>
              <a:gd name="connsiteX0" fmla="*/ 0 w 4838696"/>
              <a:gd name="connsiteY0" fmla="*/ 0 h 6399152"/>
              <a:gd name="connsiteX1" fmla="*/ 4838696 w 4838696"/>
              <a:gd name="connsiteY1" fmla="*/ 0 h 6399152"/>
              <a:gd name="connsiteX2" fmla="*/ 4838696 w 4838696"/>
              <a:gd name="connsiteY2" fmla="*/ 6399152 h 6399152"/>
              <a:gd name="connsiteX3" fmla="*/ 603230 w 4838696"/>
              <a:gd name="connsiteY3" fmla="*/ 6399152 h 6399152"/>
              <a:gd name="connsiteX4" fmla="*/ 0 w 4838696"/>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38696" h="6399152">
                <a:moveTo>
                  <a:pt x="0" y="0"/>
                </a:moveTo>
                <a:lnTo>
                  <a:pt x="4838696" y="0"/>
                </a:lnTo>
                <a:lnTo>
                  <a:pt x="4838696" y="6399152"/>
                </a:lnTo>
                <a:lnTo>
                  <a:pt x="603230" y="6399152"/>
                </a:lnTo>
                <a:cubicBezTo>
                  <a:pt x="270075" y="6399152"/>
                  <a:pt x="0" y="6129077"/>
                  <a:pt x="0" y="5795922"/>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79B868B-869A-478B-B17A-F3477F1ABEB8}" type="datetime1">
              <a:rPr lang="en-US" smtClean="0"/>
              <a:t>11/6/2025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‹Nº›</a:t>
            </a:fld>
            <a:endParaRPr lang="en-US"/>
          </a:p>
        </p:txBody>
      </p:sp>
    </p:spTree>
    <p:extLst>
      <p:ext uri="{BB962C8B-B14F-4D97-AF65-F5344CB8AC3E}">
        <p14:creationId xmlns:p14="http://schemas.microsoft.com/office/powerpoint/2010/main" val="25302133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20076" y="320040"/>
            <a:ext cx="6766560" cy="932688"/>
          </a:xfrm>
        </p:spPr>
        <p:txBody>
          <a:bodyPr anchor="b"/>
          <a:lstStyle/>
          <a:p>
            <a:r>
              <a:rPr lang="en-US" dirty="0"/>
              <a:t>Click to edit Master title style</a:t>
            </a:r>
          </a:p>
        </p:txBody>
      </p:sp>
      <p:sp>
        <p:nvSpPr>
          <p:cNvPr id="11" name="Picture Placeholder 3">
            <a:extLst>
              <a:ext uri="{FF2B5EF4-FFF2-40B4-BE49-F238E27FC236}">
                <a16:creationId xmlns:a16="http://schemas.microsoft.com/office/drawing/2014/main" id="{1B32E518-8213-A79A-7E36-BA4D782F8ED4}"/>
              </a:ext>
            </a:extLst>
          </p:cNvPr>
          <p:cNvSpPr>
            <a:spLocks noGrp="1"/>
          </p:cNvSpPr>
          <p:nvPr>
            <p:ph type="pic" sz="quarter" idx="15" hasCustomPrompt="1"/>
          </p:nvPr>
        </p:nvSpPr>
        <p:spPr>
          <a:xfrm>
            <a:off x="0" y="0"/>
            <a:ext cx="4147926" cy="6399152"/>
          </a:xfrm>
          <a:custGeom>
            <a:avLst/>
            <a:gdLst>
              <a:gd name="connsiteX0" fmla="*/ 0 w 4147926"/>
              <a:gd name="connsiteY0" fmla="*/ 0 h 6399152"/>
              <a:gd name="connsiteX1" fmla="*/ 4147926 w 4147926"/>
              <a:gd name="connsiteY1" fmla="*/ 0 h 6399152"/>
              <a:gd name="connsiteX2" fmla="*/ 4147926 w 4147926"/>
              <a:gd name="connsiteY2" fmla="*/ 5795922 h 6399152"/>
              <a:gd name="connsiteX3" fmla="*/ 3544696 w 4147926"/>
              <a:gd name="connsiteY3" fmla="*/ 6399152 h 6399152"/>
              <a:gd name="connsiteX4" fmla="*/ 0 w 4147926"/>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7926" h="6399152">
                <a:moveTo>
                  <a:pt x="0" y="0"/>
                </a:moveTo>
                <a:lnTo>
                  <a:pt x="4147926" y="0"/>
                </a:lnTo>
                <a:lnTo>
                  <a:pt x="4147926" y="5795922"/>
                </a:lnTo>
                <a:cubicBezTo>
                  <a:pt x="4147926" y="6129077"/>
                  <a:pt x="3877851" y="6399152"/>
                  <a:pt x="3544696" y="6399152"/>
                </a:cubicBezTo>
                <a:lnTo>
                  <a:pt x="0" y="6399152"/>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820076" y="1380744"/>
            <a:ext cx="676656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28CCA563-903D-4707-A09B-73AE7FD9F3E4}" type="datetime1">
              <a:rPr lang="en-US" smtClean="0"/>
              <a:t>11/6/2025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7256628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320040"/>
            <a:ext cx="6858000" cy="93268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380744"/>
            <a:ext cx="685800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3">
            <a:extLst>
              <a:ext uri="{FF2B5EF4-FFF2-40B4-BE49-F238E27FC236}">
                <a16:creationId xmlns:a16="http://schemas.microsoft.com/office/drawing/2014/main" id="{22444857-0BC3-ACAE-DBB1-5D530AA35ED8}"/>
              </a:ext>
            </a:extLst>
          </p:cNvPr>
          <p:cNvSpPr>
            <a:spLocks noGrp="1"/>
          </p:cNvSpPr>
          <p:nvPr>
            <p:ph type="pic" sz="quarter" idx="15" hasCustomPrompt="1"/>
          </p:nvPr>
        </p:nvSpPr>
        <p:spPr>
          <a:xfrm>
            <a:off x="8046768" y="0"/>
            <a:ext cx="4145232" cy="6399152"/>
          </a:xfrm>
          <a:custGeom>
            <a:avLst/>
            <a:gdLst>
              <a:gd name="connsiteX0" fmla="*/ 0 w 4145232"/>
              <a:gd name="connsiteY0" fmla="*/ 0 h 6399152"/>
              <a:gd name="connsiteX1" fmla="*/ 4145232 w 4145232"/>
              <a:gd name="connsiteY1" fmla="*/ 0 h 6399152"/>
              <a:gd name="connsiteX2" fmla="*/ 4145232 w 4145232"/>
              <a:gd name="connsiteY2" fmla="*/ 6399152 h 6399152"/>
              <a:gd name="connsiteX3" fmla="*/ 603230 w 4145232"/>
              <a:gd name="connsiteY3" fmla="*/ 6399152 h 6399152"/>
              <a:gd name="connsiteX4" fmla="*/ 0 w 4145232"/>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232" h="6399152">
                <a:moveTo>
                  <a:pt x="0" y="0"/>
                </a:moveTo>
                <a:lnTo>
                  <a:pt x="4145232" y="0"/>
                </a:lnTo>
                <a:lnTo>
                  <a:pt x="4145232" y="6399152"/>
                </a:lnTo>
                <a:lnTo>
                  <a:pt x="603230" y="6399152"/>
                </a:lnTo>
                <a:cubicBezTo>
                  <a:pt x="270075" y="6399152"/>
                  <a:pt x="0" y="6129077"/>
                  <a:pt x="0" y="5795922"/>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E5F747B-DE86-4C56-A69A-2124AC6051DB}" type="datetime1">
              <a:rPr lang="en-US" smtClean="0"/>
              <a:t>11/6/2025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‹Nº›</a:t>
            </a:fld>
            <a:endParaRPr lang="en-US"/>
          </a:p>
        </p:txBody>
      </p:sp>
    </p:spTree>
    <p:extLst>
      <p:ext uri="{BB962C8B-B14F-4D97-AF65-F5344CB8AC3E}">
        <p14:creationId xmlns:p14="http://schemas.microsoft.com/office/powerpoint/2010/main" val="39772939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601755"/>
            <a:ext cx="4389120" cy="1527048"/>
          </a:xfrm>
        </p:spPr>
        <p:txBody>
          <a:bodyPr anchor="b"/>
          <a:lstStyle/>
          <a:p>
            <a:r>
              <a:rPr lang="en-US" dirty="0"/>
              <a:t>Click to edit Master title style</a:t>
            </a:r>
          </a:p>
        </p:txBody>
      </p:sp>
      <p:sp>
        <p:nvSpPr>
          <p:cNvPr id="11" name="Picture Placeholder 3">
            <a:extLst>
              <a:ext uri="{FF2B5EF4-FFF2-40B4-BE49-F238E27FC236}">
                <a16:creationId xmlns:a16="http://schemas.microsoft.com/office/drawing/2014/main" id="{6F26914B-7405-10AB-A859-8165D7B1A93C}"/>
              </a:ext>
            </a:extLst>
          </p:cNvPr>
          <p:cNvSpPr>
            <a:spLocks noGrp="1"/>
          </p:cNvSpPr>
          <p:nvPr>
            <p:ph type="pic" sz="quarter" idx="15" hasCustomPrompt="1"/>
          </p:nvPr>
        </p:nvSpPr>
        <p:spPr>
          <a:xfrm>
            <a:off x="0" y="1"/>
            <a:ext cx="6591300" cy="6410303"/>
          </a:xfrm>
          <a:custGeom>
            <a:avLst/>
            <a:gdLst>
              <a:gd name="connsiteX0" fmla="*/ 0 w 6591300"/>
              <a:gd name="connsiteY0" fmla="*/ 0 h 6410303"/>
              <a:gd name="connsiteX1" fmla="*/ 6591300 w 6591300"/>
              <a:gd name="connsiteY1" fmla="*/ 0 h 6410303"/>
              <a:gd name="connsiteX2" fmla="*/ 6591300 w 6591300"/>
              <a:gd name="connsiteY2" fmla="*/ 5807073 h 6410303"/>
              <a:gd name="connsiteX3" fmla="*/ 5988070 w 6591300"/>
              <a:gd name="connsiteY3" fmla="*/ 6410303 h 6410303"/>
              <a:gd name="connsiteX4" fmla="*/ 0 w 6591300"/>
              <a:gd name="connsiteY4" fmla="*/ 6410303 h 6410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410303">
                <a:moveTo>
                  <a:pt x="0" y="0"/>
                </a:moveTo>
                <a:lnTo>
                  <a:pt x="6591300" y="0"/>
                </a:lnTo>
                <a:lnTo>
                  <a:pt x="6591300" y="5807073"/>
                </a:lnTo>
                <a:cubicBezTo>
                  <a:pt x="6591300" y="6140228"/>
                  <a:pt x="6321225" y="6410303"/>
                  <a:pt x="5988070" y="6410303"/>
                </a:cubicBezTo>
                <a:lnTo>
                  <a:pt x="0" y="6410303"/>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2276856"/>
            <a:ext cx="4389120" cy="404164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3B5E8E98-97C5-4AE8-8CC9-69C51FF1A0EF}" type="datetime1">
              <a:rPr lang="en-US" smtClean="0"/>
              <a:t>11/6/2025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3455619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4480560" cy="152704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7" y="2276856"/>
            <a:ext cx="4480560" cy="404164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3">
            <a:extLst>
              <a:ext uri="{FF2B5EF4-FFF2-40B4-BE49-F238E27FC236}">
                <a16:creationId xmlns:a16="http://schemas.microsoft.com/office/drawing/2014/main" id="{CE823DF8-AABE-3B17-254E-81CD7CA2B5BF}"/>
              </a:ext>
            </a:extLst>
          </p:cNvPr>
          <p:cNvSpPr>
            <a:spLocks noGrp="1"/>
          </p:cNvSpPr>
          <p:nvPr>
            <p:ph type="pic" sz="quarter" idx="15" hasCustomPrompt="1"/>
          </p:nvPr>
        </p:nvSpPr>
        <p:spPr>
          <a:xfrm>
            <a:off x="5737594" y="0"/>
            <a:ext cx="6454406" cy="6399152"/>
          </a:xfrm>
          <a:custGeom>
            <a:avLst/>
            <a:gdLst>
              <a:gd name="connsiteX0" fmla="*/ 0 w 6454406"/>
              <a:gd name="connsiteY0" fmla="*/ 0 h 6399152"/>
              <a:gd name="connsiteX1" fmla="*/ 6454406 w 6454406"/>
              <a:gd name="connsiteY1" fmla="*/ 0 h 6399152"/>
              <a:gd name="connsiteX2" fmla="*/ 6454406 w 6454406"/>
              <a:gd name="connsiteY2" fmla="*/ 6399152 h 6399152"/>
              <a:gd name="connsiteX3" fmla="*/ 601995 w 6454406"/>
              <a:gd name="connsiteY3" fmla="*/ 6399152 h 6399152"/>
              <a:gd name="connsiteX4" fmla="*/ 0 w 6454406"/>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6" h="6399152">
                <a:moveTo>
                  <a:pt x="0" y="0"/>
                </a:moveTo>
                <a:lnTo>
                  <a:pt x="6454406" y="0"/>
                </a:lnTo>
                <a:lnTo>
                  <a:pt x="6454406" y="6399152"/>
                </a:lnTo>
                <a:lnTo>
                  <a:pt x="601995" y="6399152"/>
                </a:lnTo>
                <a:cubicBezTo>
                  <a:pt x="269522" y="6399152"/>
                  <a:pt x="0" y="6129629"/>
                  <a:pt x="0" y="5797156"/>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D524F82-DB30-4BD5-9E9D-AD825E313C84}" type="datetime1">
              <a:rPr lang="en-US" smtClean="0"/>
              <a:t>11/6/2025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‹Nº›</a:t>
            </a:fld>
            <a:endParaRPr lang="en-US"/>
          </a:p>
        </p:txBody>
      </p:sp>
    </p:spTree>
    <p:extLst>
      <p:ext uri="{BB962C8B-B14F-4D97-AF65-F5344CB8AC3E}">
        <p14:creationId xmlns:p14="http://schemas.microsoft.com/office/powerpoint/2010/main" val="36025069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320040"/>
            <a:ext cx="4389120" cy="932688"/>
          </a:xfrm>
        </p:spPr>
        <p:txBody>
          <a:bodyPr anchor="b"/>
          <a:lstStyle/>
          <a:p>
            <a:r>
              <a:rPr lang="en-US" dirty="0"/>
              <a:t>Click to edit Master title style</a:t>
            </a:r>
          </a:p>
        </p:txBody>
      </p:sp>
      <p:sp>
        <p:nvSpPr>
          <p:cNvPr id="11" name="Picture Placeholder 9">
            <a:extLst>
              <a:ext uri="{FF2B5EF4-FFF2-40B4-BE49-F238E27FC236}">
                <a16:creationId xmlns:a16="http://schemas.microsoft.com/office/drawing/2014/main" id="{6B8A8E1B-B99E-8C69-154E-2FAADB07D510}"/>
              </a:ext>
            </a:extLst>
          </p:cNvPr>
          <p:cNvSpPr>
            <a:spLocks noGrp="1"/>
          </p:cNvSpPr>
          <p:nvPr>
            <p:ph type="pic" sz="quarter" idx="15" hasCustomPrompt="1"/>
          </p:nvPr>
        </p:nvSpPr>
        <p:spPr>
          <a:xfrm>
            <a:off x="0" y="0"/>
            <a:ext cx="6591300" cy="6399152"/>
          </a:xfrm>
          <a:custGeom>
            <a:avLst/>
            <a:gdLst>
              <a:gd name="connsiteX0" fmla="*/ 0 w 6591300"/>
              <a:gd name="connsiteY0" fmla="*/ 0 h 6399152"/>
              <a:gd name="connsiteX1" fmla="*/ 6591300 w 6591300"/>
              <a:gd name="connsiteY1" fmla="*/ 0 h 6399152"/>
              <a:gd name="connsiteX2" fmla="*/ 6591300 w 6591300"/>
              <a:gd name="connsiteY2" fmla="*/ 5797156 h 6399152"/>
              <a:gd name="connsiteX3" fmla="*/ 5989304 w 6591300"/>
              <a:gd name="connsiteY3" fmla="*/ 6399152 h 6399152"/>
              <a:gd name="connsiteX4" fmla="*/ 0 w 6591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399152">
                <a:moveTo>
                  <a:pt x="0" y="0"/>
                </a:moveTo>
                <a:lnTo>
                  <a:pt x="6591300" y="0"/>
                </a:lnTo>
                <a:lnTo>
                  <a:pt x="6591300" y="5797156"/>
                </a:lnTo>
                <a:cubicBezTo>
                  <a:pt x="6591300" y="6129629"/>
                  <a:pt x="6321777" y="6399152"/>
                  <a:pt x="5989304" y="6399152"/>
                </a:cubicBezTo>
                <a:lnTo>
                  <a:pt x="0" y="6399152"/>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1380744"/>
            <a:ext cx="4389120"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1E7477ED-8564-46ED-8FFC-DE5A509699F3}" type="datetime1">
              <a:rPr lang="en-US" smtClean="0"/>
              <a:t>11/6/2025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01330088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320040"/>
            <a:ext cx="4573413" cy="93268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6" y="1380744"/>
            <a:ext cx="4573413" cy="4983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3">
            <a:extLst>
              <a:ext uri="{FF2B5EF4-FFF2-40B4-BE49-F238E27FC236}">
                <a16:creationId xmlns:a16="http://schemas.microsoft.com/office/drawing/2014/main" id="{2BD82EEA-7278-1A73-C95C-473F75B54048}"/>
              </a:ext>
            </a:extLst>
          </p:cNvPr>
          <p:cNvSpPr>
            <a:spLocks noGrp="1"/>
          </p:cNvSpPr>
          <p:nvPr>
            <p:ph type="pic" sz="quarter" idx="15" hasCustomPrompt="1"/>
          </p:nvPr>
        </p:nvSpPr>
        <p:spPr>
          <a:xfrm>
            <a:off x="5737593" y="0"/>
            <a:ext cx="6454407" cy="6399152"/>
          </a:xfrm>
          <a:custGeom>
            <a:avLst/>
            <a:gdLst>
              <a:gd name="connsiteX0" fmla="*/ 0 w 6454407"/>
              <a:gd name="connsiteY0" fmla="*/ 0 h 6399152"/>
              <a:gd name="connsiteX1" fmla="*/ 6454407 w 6454407"/>
              <a:gd name="connsiteY1" fmla="*/ 0 h 6399152"/>
              <a:gd name="connsiteX2" fmla="*/ 6454407 w 6454407"/>
              <a:gd name="connsiteY2" fmla="*/ 6399152 h 6399152"/>
              <a:gd name="connsiteX3" fmla="*/ 601996 w 6454407"/>
              <a:gd name="connsiteY3" fmla="*/ 6399152 h 6399152"/>
              <a:gd name="connsiteX4" fmla="*/ 0 w 6454407"/>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7" h="6399152">
                <a:moveTo>
                  <a:pt x="0" y="0"/>
                </a:moveTo>
                <a:lnTo>
                  <a:pt x="6454407" y="0"/>
                </a:lnTo>
                <a:lnTo>
                  <a:pt x="6454407" y="6399152"/>
                </a:lnTo>
                <a:lnTo>
                  <a:pt x="601996" y="6399152"/>
                </a:lnTo>
                <a:cubicBezTo>
                  <a:pt x="269523" y="6399152"/>
                  <a:pt x="0" y="6129629"/>
                  <a:pt x="0" y="5797156"/>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0826781-2293-4754-A74B-94E6E7D7B311}" type="datetime1">
              <a:rPr lang="en-US" smtClean="0"/>
              <a:t>11/6/2025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‹Nº›</a:t>
            </a:fld>
            <a:endParaRPr lang="en-US"/>
          </a:p>
        </p:txBody>
      </p:sp>
    </p:spTree>
    <p:extLst>
      <p:ext uri="{BB962C8B-B14F-4D97-AF65-F5344CB8AC3E}">
        <p14:creationId xmlns:p14="http://schemas.microsoft.com/office/powerpoint/2010/main" val="4722246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21040" y="603504"/>
            <a:ext cx="3401568" cy="1527048"/>
          </a:xfrm>
        </p:spPr>
        <p:txBody>
          <a:bodyPr anchor="b"/>
          <a:lstStyle/>
          <a:p>
            <a:r>
              <a:rPr lang="en-US" dirty="0"/>
              <a:t>Click to edit Master title style</a:t>
            </a:r>
          </a:p>
        </p:txBody>
      </p:sp>
      <p:sp>
        <p:nvSpPr>
          <p:cNvPr id="11" name="Picture Placeholder 3">
            <a:extLst>
              <a:ext uri="{FF2B5EF4-FFF2-40B4-BE49-F238E27FC236}">
                <a16:creationId xmlns:a16="http://schemas.microsoft.com/office/drawing/2014/main" id="{F44EE1A0-D83B-FE6C-4495-F55C5070D5D1}"/>
              </a:ext>
            </a:extLst>
          </p:cNvPr>
          <p:cNvSpPr>
            <a:spLocks noGrp="1"/>
          </p:cNvSpPr>
          <p:nvPr>
            <p:ph type="pic" sz="quarter" idx="15" hasCustomPrompt="1"/>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21040"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CDFBFA6E-9D0B-474A-AFB9-4E0832448570}" type="datetime1">
              <a:rPr lang="en-US" smtClean="0"/>
              <a:t>11/6/2025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44892380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3401568" cy="152704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9768"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3">
            <a:extLst>
              <a:ext uri="{FF2B5EF4-FFF2-40B4-BE49-F238E27FC236}">
                <a16:creationId xmlns:a16="http://schemas.microsoft.com/office/drawing/2014/main" id="{58FA1BA0-D099-705F-F85E-3FBC782F7651}"/>
              </a:ext>
            </a:extLst>
          </p:cNvPr>
          <p:cNvSpPr>
            <a:spLocks noGrp="1"/>
          </p:cNvSpPr>
          <p:nvPr>
            <p:ph type="pic" sz="quarter" idx="15" hasCustomPrompt="1"/>
          </p:nvPr>
        </p:nvSpPr>
        <p:spPr>
          <a:xfrm>
            <a:off x="4502843" y="2"/>
            <a:ext cx="7689157" cy="6399151"/>
          </a:xfrm>
          <a:custGeom>
            <a:avLst/>
            <a:gdLst>
              <a:gd name="connsiteX0" fmla="*/ 0 w 7689157"/>
              <a:gd name="connsiteY0" fmla="*/ 0 h 6399151"/>
              <a:gd name="connsiteX1" fmla="*/ 7689157 w 7689157"/>
              <a:gd name="connsiteY1" fmla="*/ 0 h 6399151"/>
              <a:gd name="connsiteX2" fmla="*/ 7689157 w 7689157"/>
              <a:gd name="connsiteY2" fmla="*/ 6399151 h 6399151"/>
              <a:gd name="connsiteX3" fmla="*/ 601997 w 7689157"/>
              <a:gd name="connsiteY3" fmla="*/ 6399151 h 6399151"/>
              <a:gd name="connsiteX4" fmla="*/ 0 w 7689157"/>
              <a:gd name="connsiteY4" fmla="*/ 5797155 h 639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1">
                <a:moveTo>
                  <a:pt x="0" y="0"/>
                </a:moveTo>
                <a:lnTo>
                  <a:pt x="7689157" y="0"/>
                </a:lnTo>
                <a:lnTo>
                  <a:pt x="7689157" y="6399151"/>
                </a:lnTo>
                <a:lnTo>
                  <a:pt x="601997" y="6399151"/>
                </a:lnTo>
                <a:cubicBezTo>
                  <a:pt x="269523" y="6399151"/>
                  <a:pt x="0" y="6129628"/>
                  <a:pt x="0" y="5797155"/>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EE767648-9FB3-40F4-8072-E80887331DF3}" type="datetime1">
              <a:rPr lang="en-US" smtClean="0"/>
              <a:t>11/6/2025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5104393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1078992"/>
            <a:ext cx="3273552" cy="1947672"/>
          </a:xfrm>
        </p:spPr>
        <p:txBody>
          <a:bodyPr anchor="b"/>
          <a:lstStyle/>
          <a:p>
            <a:r>
              <a:rPr lang="en-US" dirty="0"/>
              <a:t>Click to edit Master title style</a:t>
            </a:r>
          </a:p>
        </p:txBody>
      </p:sp>
      <p:sp>
        <p:nvSpPr>
          <p:cNvPr id="11" name="Picture Placeholder 3">
            <a:extLst>
              <a:ext uri="{FF2B5EF4-FFF2-40B4-BE49-F238E27FC236}">
                <a16:creationId xmlns:a16="http://schemas.microsoft.com/office/drawing/2014/main" id="{8073E866-A871-62F7-1E54-F2A44278F834}"/>
              </a:ext>
            </a:extLst>
          </p:cNvPr>
          <p:cNvSpPr>
            <a:spLocks noGrp="1"/>
          </p:cNvSpPr>
          <p:nvPr>
            <p:ph type="pic" sz="quarter" idx="15" hasCustomPrompt="1"/>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3099816"/>
            <a:ext cx="3273552" cy="2953512"/>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7007E99A-2976-4D79-B66C-833B4C12E9C9}" type="datetime1">
              <a:rPr lang="en-US" smtClean="0"/>
              <a:t>11/6/2025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69300803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111854"/>
            <a:ext cx="3945468" cy="1389888"/>
          </a:xfrm>
        </p:spPr>
        <p:txBody>
          <a:bodyPr anchor="t">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584372" y="5111854"/>
            <a:ext cx="6168356" cy="1389888"/>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8">
            <a:extLst>
              <a:ext uri="{FF2B5EF4-FFF2-40B4-BE49-F238E27FC236}">
                <a16:creationId xmlns:a16="http://schemas.microsoft.com/office/drawing/2014/main" id="{815B30A2-D0D1-DED2-1133-A673CEA16AE9}"/>
              </a:ext>
            </a:extLst>
          </p:cNvPr>
          <p:cNvSpPr>
            <a:spLocks noGrp="1"/>
          </p:cNvSpPr>
          <p:nvPr>
            <p:ph type="pic" sz="quarter" idx="15" hasCustomPrompt="1"/>
          </p:nvPr>
        </p:nvSpPr>
        <p:spPr>
          <a:xfrm>
            <a:off x="0" y="0"/>
            <a:ext cx="11750040" cy="4724868"/>
          </a:xfrm>
          <a:custGeom>
            <a:avLst/>
            <a:gdLst>
              <a:gd name="connsiteX0" fmla="*/ 0 w 11750040"/>
              <a:gd name="connsiteY0" fmla="*/ 0 h 4724868"/>
              <a:gd name="connsiteX1" fmla="*/ 11750040 w 11750040"/>
              <a:gd name="connsiteY1" fmla="*/ 0 h 4724868"/>
              <a:gd name="connsiteX2" fmla="*/ 11750040 w 11750040"/>
              <a:gd name="connsiteY2" fmla="*/ 4122872 h 4724868"/>
              <a:gd name="connsiteX3" fmla="*/ 11148044 w 11750040"/>
              <a:gd name="connsiteY3" fmla="*/ 4724868 h 4724868"/>
              <a:gd name="connsiteX4" fmla="*/ 0 w 11750040"/>
              <a:gd name="connsiteY4" fmla="*/ 4724868 h 4724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50040" h="4724868">
                <a:moveTo>
                  <a:pt x="0" y="0"/>
                </a:moveTo>
                <a:lnTo>
                  <a:pt x="11750040" y="0"/>
                </a:lnTo>
                <a:lnTo>
                  <a:pt x="11750040" y="4122872"/>
                </a:lnTo>
                <a:cubicBezTo>
                  <a:pt x="11750040" y="4455345"/>
                  <a:pt x="11480517" y="4724868"/>
                  <a:pt x="11148044" y="4724868"/>
                </a:cubicBezTo>
                <a:lnTo>
                  <a:pt x="0" y="4724868"/>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49DDD7D-A4A9-4042-8D3D-AF897B76225E}" type="datetime1">
              <a:rPr lang="en-US" smtClean="0"/>
              <a:t>11/6/2025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38548813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8">
            <a:extLst>
              <a:ext uri="{FF2B5EF4-FFF2-40B4-BE49-F238E27FC236}">
                <a16:creationId xmlns:a16="http://schemas.microsoft.com/office/drawing/2014/main" id="{0696DEB7-ADC8-3E90-7A63-F11D6535D0E4}"/>
              </a:ext>
            </a:extLst>
          </p:cNvPr>
          <p:cNvSpPr>
            <a:spLocks noGrp="1"/>
          </p:cNvSpPr>
          <p:nvPr>
            <p:ph type="pic" sz="quarter" idx="15" hasCustomPrompt="1"/>
          </p:nvPr>
        </p:nvSpPr>
        <p:spPr>
          <a:xfrm>
            <a:off x="0" y="0"/>
            <a:ext cx="11750040" cy="3806246"/>
          </a:xfrm>
          <a:custGeom>
            <a:avLst/>
            <a:gdLst>
              <a:gd name="connsiteX0" fmla="*/ 0 w 11733150"/>
              <a:gd name="connsiteY0" fmla="*/ 0 h 3806246"/>
              <a:gd name="connsiteX1" fmla="*/ 11733150 w 11733150"/>
              <a:gd name="connsiteY1" fmla="*/ 0 h 3806246"/>
              <a:gd name="connsiteX2" fmla="*/ 11733150 w 11733150"/>
              <a:gd name="connsiteY2" fmla="*/ 3204250 h 3806246"/>
              <a:gd name="connsiteX3" fmla="*/ 11131154 w 11733150"/>
              <a:gd name="connsiteY3" fmla="*/ 3806246 h 3806246"/>
              <a:gd name="connsiteX4" fmla="*/ 0 w 11733150"/>
              <a:gd name="connsiteY4" fmla="*/ 3806246 h 3806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3806246">
                <a:moveTo>
                  <a:pt x="0" y="0"/>
                </a:moveTo>
                <a:lnTo>
                  <a:pt x="11733150" y="0"/>
                </a:lnTo>
                <a:lnTo>
                  <a:pt x="11733150" y="3204250"/>
                </a:lnTo>
                <a:cubicBezTo>
                  <a:pt x="11733150" y="3536723"/>
                  <a:pt x="11463627" y="3806246"/>
                  <a:pt x="11131154" y="3806246"/>
                </a:cubicBezTo>
                <a:lnTo>
                  <a:pt x="0" y="3806246"/>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3EA3D79-61FB-48D3-96EC-9D73986E2DB4}" type="datetime1">
              <a:rPr lang="en-US" smtClean="0"/>
              <a:t>11/6/2025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17370812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dirty="0"/>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a:extLst>
              <a:ext uri="{FF2B5EF4-FFF2-40B4-BE49-F238E27FC236}">
                <a16:creationId xmlns:a16="http://schemas.microsoft.com/office/drawing/2014/main" id="{20558516-7088-BB33-D6DC-15ED4C60CBAF}"/>
              </a:ext>
            </a:extLst>
          </p:cNvPr>
          <p:cNvSpPr>
            <a:spLocks noGrp="1"/>
          </p:cNvSpPr>
          <p:nvPr>
            <p:ph type="pic" sz="quarter" idx="15" hasCustomPrompt="1"/>
          </p:nvPr>
        </p:nvSpPr>
        <p:spPr>
          <a:xfrm>
            <a:off x="441960" y="3067414"/>
            <a:ext cx="11750040" cy="3790586"/>
          </a:xfrm>
          <a:custGeom>
            <a:avLst/>
            <a:gdLst>
              <a:gd name="connsiteX0" fmla="*/ 603695 w 11750040"/>
              <a:gd name="connsiteY0" fmla="*/ 0 h 3790586"/>
              <a:gd name="connsiteX1" fmla="*/ 11750040 w 11750040"/>
              <a:gd name="connsiteY1" fmla="*/ 0 h 3790586"/>
              <a:gd name="connsiteX2" fmla="*/ 11750040 w 11750040"/>
              <a:gd name="connsiteY2" fmla="*/ 3790586 h 3790586"/>
              <a:gd name="connsiteX3" fmla="*/ 0 w 11750040"/>
              <a:gd name="connsiteY3" fmla="*/ 3790586 h 3790586"/>
              <a:gd name="connsiteX4" fmla="*/ 0 w 11750040"/>
              <a:gd name="connsiteY4" fmla="*/ 603695 h 3790586"/>
              <a:gd name="connsiteX5" fmla="*/ 603695 w 11750040"/>
              <a:gd name="connsiteY5" fmla="*/ 0 h 379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50040" h="3790586">
                <a:moveTo>
                  <a:pt x="603695" y="0"/>
                </a:moveTo>
                <a:lnTo>
                  <a:pt x="11750040" y="0"/>
                </a:lnTo>
                <a:lnTo>
                  <a:pt x="11750040" y="3790586"/>
                </a:lnTo>
                <a:lnTo>
                  <a:pt x="0" y="3790586"/>
                </a:lnTo>
                <a:lnTo>
                  <a:pt x="0" y="603695"/>
                </a:lnTo>
                <a:cubicBezTo>
                  <a:pt x="0" y="270283"/>
                  <a:pt x="270283" y="0"/>
                  <a:pt x="603695"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40460"/>
            <a:ext cx="3494314" cy="338328"/>
          </a:xfrm>
        </p:spPr>
        <p:txBody>
          <a:bodyPr/>
          <a:lstStyle/>
          <a:p>
            <a:fld id="{5E407E80-9270-4600-9E83-876C054EC0ED}" type="datetime1">
              <a:rPr lang="en-US" smtClean="0"/>
              <a:t>11/6/2025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40460"/>
            <a:ext cx="2805405"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40460"/>
            <a:ext cx="429207" cy="338328"/>
          </a:xfrm>
        </p:spPr>
        <p:txBody>
          <a:bodyPr/>
          <a:lstStyle/>
          <a:p>
            <a:fld id="{CC057153-B650-4DEB-B370-79DDCFDCE934}" type="slidenum">
              <a:rPr lang="en-US" smtClean="0"/>
              <a:t>‹Nº›</a:t>
            </a:fld>
            <a:endParaRPr lang="en-US" dirty="0"/>
          </a:p>
        </p:txBody>
      </p:sp>
    </p:spTree>
    <p:extLst>
      <p:ext uri="{BB962C8B-B14F-4D97-AF65-F5344CB8AC3E}">
        <p14:creationId xmlns:p14="http://schemas.microsoft.com/office/powerpoint/2010/main" val="28084630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11155680" cy="970463"/>
          </a:xfrm>
        </p:spPr>
        <p:txBody>
          <a:bodyPr anchor="ctr"/>
          <a:lstStyle/>
          <a:p>
            <a:r>
              <a:rPr lang="en-US" dirty="0"/>
              <a:t>Click to edit Master title style</a:t>
            </a:r>
          </a:p>
        </p:txBody>
      </p:sp>
      <p:sp>
        <p:nvSpPr>
          <p:cNvPr id="9" name="Picture Placeholder 8">
            <a:extLst>
              <a:ext uri="{FF2B5EF4-FFF2-40B4-BE49-F238E27FC236}">
                <a16:creationId xmlns:a16="http://schemas.microsoft.com/office/drawing/2014/main" id="{19C22D85-D675-737B-9F54-B9D7FC819199}"/>
              </a:ext>
            </a:extLst>
          </p:cNvPr>
          <p:cNvSpPr>
            <a:spLocks noGrp="1"/>
          </p:cNvSpPr>
          <p:nvPr>
            <p:ph type="pic" sz="quarter" idx="15" hasCustomPrompt="1"/>
          </p:nvPr>
        </p:nvSpPr>
        <p:spPr>
          <a:xfrm>
            <a:off x="0" y="1828800"/>
            <a:ext cx="6707699" cy="5029200"/>
          </a:xfrm>
          <a:custGeom>
            <a:avLst/>
            <a:gdLst>
              <a:gd name="connsiteX0" fmla="*/ 0 w 6707699"/>
              <a:gd name="connsiteY0" fmla="*/ 0 h 5029200"/>
              <a:gd name="connsiteX1" fmla="*/ 6129259 w 6707699"/>
              <a:gd name="connsiteY1" fmla="*/ 0 h 5029200"/>
              <a:gd name="connsiteX2" fmla="*/ 6707699 w 6707699"/>
              <a:gd name="connsiteY2" fmla="*/ 578440 h 5029200"/>
              <a:gd name="connsiteX3" fmla="*/ 6707699 w 6707699"/>
              <a:gd name="connsiteY3" fmla="*/ 5029200 h 5029200"/>
              <a:gd name="connsiteX4" fmla="*/ 0 w 6707699"/>
              <a:gd name="connsiteY4" fmla="*/ 5029200 h 5029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07699" h="5029200">
                <a:moveTo>
                  <a:pt x="0" y="0"/>
                </a:moveTo>
                <a:lnTo>
                  <a:pt x="6129259" y="0"/>
                </a:lnTo>
                <a:cubicBezTo>
                  <a:pt x="6448723" y="0"/>
                  <a:pt x="6707699" y="258976"/>
                  <a:pt x="6707699" y="578440"/>
                </a:cubicBezTo>
                <a:lnTo>
                  <a:pt x="6707699" y="5029200"/>
                </a:lnTo>
                <a:lnTo>
                  <a:pt x="0" y="5029200"/>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89302" y="1828800"/>
            <a:ext cx="4196146" cy="45037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389302" y="6492240"/>
            <a:ext cx="1280160" cy="338328"/>
          </a:xfrm>
        </p:spPr>
        <p:txBody>
          <a:bodyPr/>
          <a:lstStyle/>
          <a:p>
            <a:fld id="{7A043757-40C8-48EB-A459-80D3B00F0BCB}" type="datetime1">
              <a:rPr lang="en-US" smtClean="0"/>
              <a:t>11/6/2025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9462" y="6492240"/>
            <a:ext cx="2888554"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2496775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39"/>
            <a:ext cx="4855464" cy="1453896"/>
          </a:xfrm>
        </p:spPr>
        <p:txBody>
          <a:bodyPr anchor="t"/>
          <a:lstStyle/>
          <a:p>
            <a:r>
              <a:rPr lang="en-US" dirty="0"/>
              <a:t>Click to edit Master title style</a:t>
            </a:r>
          </a:p>
        </p:txBody>
      </p:sp>
      <p:sp>
        <p:nvSpPr>
          <p:cNvPr id="11" name="Picture Placeholder 8">
            <a:extLst>
              <a:ext uri="{FF2B5EF4-FFF2-40B4-BE49-F238E27FC236}">
                <a16:creationId xmlns:a16="http://schemas.microsoft.com/office/drawing/2014/main" id="{C202BC3A-8633-9F03-1586-99447DA1CFF3}"/>
              </a:ext>
            </a:extLst>
          </p:cNvPr>
          <p:cNvSpPr>
            <a:spLocks noGrp="1"/>
          </p:cNvSpPr>
          <p:nvPr>
            <p:ph type="pic" sz="quarter" idx="15" hasCustomPrompt="1"/>
          </p:nvPr>
        </p:nvSpPr>
        <p:spPr>
          <a:xfrm>
            <a:off x="0" y="2293496"/>
            <a:ext cx="5285232" cy="4564504"/>
          </a:xfrm>
          <a:custGeom>
            <a:avLst/>
            <a:gdLst>
              <a:gd name="connsiteX0" fmla="*/ 0 w 5285232"/>
              <a:gd name="connsiteY0" fmla="*/ 0 h 4564504"/>
              <a:gd name="connsiteX1" fmla="*/ 4706792 w 5285232"/>
              <a:gd name="connsiteY1" fmla="*/ 0 h 4564504"/>
              <a:gd name="connsiteX2" fmla="*/ 5285232 w 5285232"/>
              <a:gd name="connsiteY2" fmla="*/ 578440 h 4564504"/>
              <a:gd name="connsiteX3" fmla="*/ 5285232 w 5285232"/>
              <a:gd name="connsiteY3" fmla="*/ 4564504 h 4564504"/>
              <a:gd name="connsiteX4" fmla="*/ 0 w 5285232"/>
              <a:gd name="connsiteY4" fmla="*/ 4564504 h 4564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5232" h="4564504">
                <a:moveTo>
                  <a:pt x="0" y="0"/>
                </a:moveTo>
                <a:lnTo>
                  <a:pt x="4706792" y="0"/>
                </a:lnTo>
                <a:cubicBezTo>
                  <a:pt x="5026256" y="0"/>
                  <a:pt x="5285232" y="258976"/>
                  <a:pt x="5285232" y="578440"/>
                </a:cubicBezTo>
                <a:lnTo>
                  <a:pt x="5285232" y="4564504"/>
                </a:lnTo>
                <a:lnTo>
                  <a:pt x="0" y="4564504"/>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492240"/>
            <a:ext cx="2651760" cy="338328"/>
          </a:xfrm>
        </p:spPr>
        <p:txBody>
          <a:bodyPr/>
          <a:lstStyle/>
          <a:p>
            <a:fld id="{D0304CB2-AF95-4B6C-81FD-EF29E4F12940}" type="datetime1">
              <a:rPr lang="en-US" smtClean="0"/>
              <a:t>11/6/2025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3082189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50218"/>
            <a:ext cx="3827439" cy="1453896"/>
          </a:xfrm>
        </p:spPr>
        <p:txBody>
          <a:bodyPr anchor="t">
            <a:normAutofit/>
          </a:bodyPr>
          <a:lstStyle>
            <a:lvl1pPr>
              <a:defRPr sz="3200"/>
            </a:lvl1pPr>
          </a:lstStyle>
          <a:p>
            <a:r>
              <a:rPr lang="en-US" dirty="0"/>
              <a:t>Click to edit Master title style</a:t>
            </a:r>
          </a:p>
        </p:txBody>
      </p:sp>
      <p:sp>
        <p:nvSpPr>
          <p:cNvPr id="10" name="Picture Placeholder 8">
            <a:extLst>
              <a:ext uri="{FF2B5EF4-FFF2-40B4-BE49-F238E27FC236}">
                <a16:creationId xmlns:a16="http://schemas.microsoft.com/office/drawing/2014/main" id="{E211327B-3880-6494-1C8F-EEE1BF913B81}"/>
              </a:ext>
            </a:extLst>
          </p:cNvPr>
          <p:cNvSpPr>
            <a:spLocks noGrp="1"/>
          </p:cNvSpPr>
          <p:nvPr>
            <p:ph type="pic" sz="quarter" idx="15" hasCustomPrompt="1"/>
          </p:nvPr>
        </p:nvSpPr>
        <p:spPr>
          <a:xfrm>
            <a:off x="0" y="2293494"/>
            <a:ext cx="4176819" cy="4564506"/>
          </a:xfrm>
          <a:custGeom>
            <a:avLst/>
            <a:gdLst>
              <a:gd name="connsiteX0" fmla="*/ 0 w 4176819"/>
              <a:gd name="connsiteY0" fmla="*/ 0 h 4564506"/>
              <a:gd name="connsiteX1" fmla="*/ 3598379 w 4176819"/>
              <a:gd name="connsiteY1" fmla="*/ 0 h 4564506"/>
              <a:gd name="connsiteX2" fmla="*/ 4176819 w 4176819"/>
              <a:gd name="connsiteY2" fmla="*/ 578440 h 4564506"/>
              <a:gd name="connsiteX3" fmla="*/ 4176819 w 4176819"/>
              <a:gd name="connsiteY3" fmla="*/ 4564506 h 4564506"/>
              <a:gd name="connsiteX4" fmla="*/ 0 w 4176819"/>
              <a:gd name="connsiteY4" fmla="*/ 4564506 h 4564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6819" h="4564506">
                <a:moveTo>
                  <a:pt x="0" y="0"/>
                </a:moveTo>
                <a:lnTo>
                  <a:pt x="3598379" y="0"/>
                </a:lnTo>
                <a:cubicBezTo>
                  <a:pt x="3917843" y="0"/>
                  <a:pt x="4176819" y="258976"/>
                  <a:pt x="4176819" y="578440"/>
                </a:cubicBezTo>
                <a:lnTo>
                  <a:pt x="4176819" y="4564506"/>
                </a:lnTo>
                <a:lnTo>
                  <a:pt x="0" y="4564506"/>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20787" y="549275"/>
            <a:ext cx="6561138" cy="578815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115073" y="6492240"/>
            <a:ext cx="2843784" cy="338328"/>
          </a:xfrm>
        </p:spPr>
        <p:txBody>
          <a:bodyPr/>
          <a:lstStyle/>
          <a:p>
            <a:fld id="{FD636673-28CE-4CCE-80FB-7124C935A31A}" type="datetime1">
              <a:rPr lang="en-US" smtClean="0"/>
              <a:t>11/6/2025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73203762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Big Number">
    <p:bg>
      <p:bgRef idx="1001">
        <a:schemeClr val="bg2"/>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6EF0D11-5ED9-D2C8-48DF-CDDD85CEAC2D}"/>
              </a:ext>
            </a:extLst>
          </p:cNvPr>
          <p:cNvSpPr/>
          <p:nvPr/>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1389888" y="4809744"/>
            <a:ext cx="9345168" cy="1225296"/>
          </a:xfrm>
        </p:spPr>
        <p:txBody>
          <a:bodyPr anchor="t">
            <a:normAutofit/>
          </a:bodyPr>
          <a:lstStyle>
            <a:lvl1pPr algn="ctr">
              <a:lnSpc>
                <a:spcPct val="120000"/>
              </a:lnSpc>
              <a:defRPr sz="2800">
                <a:solidFill>
                  <a:schemeClr val="tx2"/>
                </a:solidFill>
                <a:latin typeface="+mn-lt"/>
              </a:defRPr>
            </a:lvl1pPr>
          </a:lstStyle>
          <a:p>
            <a:r>
              <a:rPr lang="en-US" dirty="0"/>
              <a:t>Click to edit Master title style</a:t>
            </a:r>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493776" y="603504"/>
            <a:ext cx="11201400" cy="4206240"/>
          </a:xfrm>
        </p:spPr>
        <p:txBody>
          <a:bodyPr anchor="b">
            <a:normAutofit/>
          </a:bodyPr>
          <a:lstStyle>
            <a:lvl1pPr marL="0" indent="0" algn="ctr">
              <a:lnSpc>
                <a:spcPct val="90000"/>
              </a:lnSpc>
              <a:buNone/>
              <a:defRPr sz="27800">
                <a:solidFill>
                  <a:schemeClr val="accent1">
                    <a:lumMod val="75000"/>
                  </a:schemeClr>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2"/>
                </a:solidFill>
              </a:defRPr>
            </a:lvl1pPr>
          </a:lstStyle>
          <a:p>
            <a:fld id="{E8802264-EF96-4074-A671-AB5D99F5E332}" type="datetime1">
              <a:rPr lang="en-US" smtClean="0"/>
              <a:t>11/6/2025</a:t>
            </a:fld>
            <a:endParaRPr lang="en-US" dirty="0"/>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p:txBody>
          <a:bodyPr/>
          <a:lstStyle>
            <a:lvl1pPr>
              <a:defRPr>
                <a:solidFill>
                  <a:schemeClr val="tx2"/>
                </a:solidFill>
              </a:defRPr>
            </a:lvl1pPr>
          </a:lstStyle>
          <a:p>
            <a:r>
              <a:rPr lang="en-US"/>
              <a:t>Sample Footer Text</a:t>
            </a:r>
            <a:endParaRPr lang="en-US" dirty="0"/>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4236689509"/>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ig Number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621792" y="4873752"/>
            <a:ext cx="8439912" cy="1490472"/>
          </a:xfrm>
        </p:spPr>
        <p:txBody>
          <a:bodyPr vert="horz" lIns="91440" tIns="45720" rIns="91440" bIns="45720" rtlCol="0" anchor="t">
            <a:normAutofit/>
          </a:bodyPr>
          <a:lstStyle>
            <a:lvl1pPr>
              <a:lnSpc>
                <a:spcPct val="120000"/>
              </a:lnSpc>
              <a:defRPr lang="en-US" sz="2800" dirty="0">
                <a:solidFill>
                  <a:schemeClr val="tx2"/>
                </a:solidFill>
                <a:latin typeface="+mn-lt"/>
              </a:defRPr>
            </a:lvl1pPr>
          </a:lstStyle>
          <a:p>
            <a:pPr lvl="0"/>
            <a:r>
              <a:rPr lang="en-US" dirty="0"/>
              <a:t>Click to edit Master title style</a:t>
            </a:r>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539496" y="420624"/>
            <a:ext cx="11100816" cy="4334256"/>
          </a:xfrm>
        </p:spPr>
        <p:txBody>
          <a:bodyPr vert="horz" lIns="91440" tIns="45720" rIns="91440" bIns="45720" rtlCol="0" anchor="b">
            <a:normAutofit/>
          </a:bodyPr>
          <a:lstStyle>
            <a:lvl1pPr marL="0" indent="0">
              <a:lnSpc>
                <a:spcPct val="90000"/>
              </a:lnSpc>
              <a:buNone/>
              <a:defRPr lang="en-US" sz="27800" dirty="0">
                <a:solidFill>
                  <a:schemeClr val="accent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2"/>
                </a:solidFill>
              </a:defRPr>
            </a:lvl1pPr>
          </a:lstStyle>
          <a:p>
            <a:fld id="{FB84F615-9106-410C-834A-3DBE51A81CC1}" type="datetime1">
              <a:rPr lang="en-US" smtClean="0"/>
              <a:t>11/6/2025</a:t>
            </a:fld>
            <a:endParaRPr lang="en-US" dirty="0"/>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p:txBody>
          <a:bodyPr/>
          <a:lstStyle>
            <a:lvl1pPr>
              <a:defRPr>
                <a:solidFill>
                  <a:schemeClr val="tx2"/>
                </a:solidFill>
              </a:defRPr>
            </a:lvl1pPr>
          </a:lstStyle>
          <a:p>
            <a:r>
              <a:rPr lang="en-US"/>
              <a:t>Sample Footer Text</a:t>
            </a:r>
            <a:endParaRPr lang="en-US" dirty="0"/>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1046572217"/>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Big Number 3">
    <p:bg>
      <p:bgRef idx="1001">
        <a:schemeClr val="bg1"/>
      </p:bgRef>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0EA1A10B-111C-8469-40F7-C3551BB027D0}"/>
              </a:ext>
            </a:extLst>
          </p:cNvPr>
          <p:cNvSpPr/>
          <p:nvPr/>
        </p:nvSpPr>
        <p:spPr>
          <a:xfrm>
            <a:off x="1" y="4783948"/>
            <a:ext cx="11762231" cy="2074052"/>
          </a:xfrm>
          <a:custGeom>
            <a:avLst/>
            <a:gdLst>
              <a:gd name="connsiteX0" fmla="*/ 0 w 11762231"/>
              <a:gd name="connsiteY0" fmla="*/ 0 h 2074052"/>
              <a:gd name="connsiteX1" fmla="*/ 112775 w 11762231"/>
              <a:gd name="connsiteY1" fmla="*/ 0 h 2074052"/>
              <a:gd name="connsiteX2" fmla="*/ 11102489 w 11762231"/>
              <a:gd name="connsiteY2" fmla="*/ 0 h 2074052"/>
              <a:gd name="connsiteX3" fmla="*/ 11437005 w 11762231"/>
              <a:gd name="connsiteY3" fmla="*/ 0 h 2074052"/>
              <a:gd name="connsiteX4" fmla="*/ 11762231 w 11762231"/>
              <a:gd name="connsiteY4" fmla="*/ 325226 h 2074052"/>
              <a:gd name="connsiteX5" fmla="*/ 11762231 w 11762231"/>
              <a:gd name="connsiteY5" fmla="*/ 2074052 h 2074052"/>
              <a:gd name="connsiteX6" fmla="*/ 11427715 w 11762231"/>
              <a:gd name="connsiteY6" fmla="*/ 2074052 h 2074052"/>
              <a:gd name="connsiteX7" fmla="*/ 112775 w 11762231"/>
              <a:gd name="connsiteY7" fmla="*/ 2074052 h 2074052"/>
              <a:gd name="connsiteX8" fmla="*/ 0 w 11762231"/>
              <a:gd name="connsiteY8" fmla="*/ 2074052 h 2074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62231" h="2074052">
                <a:moveTo>
                  <a:pt x="0" y="0"/>
                </a:moveTo>
                <a:lnTo>
                  <a:pt x="112775" y="0"/>
                </a:lnTo>
                <a:lnTo>
                  <a:pt x="11102489" y="0"/>
                </a:lnTo>
                <a:lnTo>
                  <a:pt x="11437005" y="0"/>
                </a:lnTo>
                <a:cubicBezTo>
                  <a:pt x="11616622" y="0"/>
                  <a:pt x="11762231" y="145609"/>
                  <a:pt x="11762231" y="325226"/>
                </a:cubicBezTo>
                <a:lnTo>
                  <a:pt x="11762231" y="2074052"/>
                </a:lnTo>
                <a:lnTo>
                  <a:pt x="11427715" y="2074052"/>
                </a:lnTo>
                <a:lnTo>
                  <a:pt x="112775" y="2074052"/>
                </a:lnTo>
                <a:lnTo>
                  <a:pt x="0" y="2074052"/>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33C62E16-021E-429D-57AF-0AC1B2666E43}"/>
              </a:ext>
            </a:extLst>
          </p:cNvPr>
          <p:cNvSpPr>
            <a:spLocks noGrp="1"/>
          </p:cNvSpPr>
          <p:nvPr>
            <p:ph type="title"/>
          </p:nvPr>
        </p:nvSpPr>
        <p:spPr>
          <a:xfrm>
            <a:off x="621792" y="4873752"/>
            <a:ext cx="8439912" cy="1591056"/>
          </a:xfrm>
        </p:spPr>
        <p:txBody>
          <a:bodyPr vert="horz" lIns="91440" tIns="45720" rIns="91440" bIns="45720" rtlCol="0" anchor="ctr">
            <a:normAutofit/>
          </a:bodyPr>
          <a:lstStyle>
            <a:lvl1pPr>
              <a:lnSpc>
                <a:spcPct val="120000"/>
              </a:lnSpc>
              <a:defRPr lang="en-US" sz="2800" dirty="0">
                <a:latin typeface="+mn-lt"/>
              </a:defRPr>
            </a:lvl1pPr>
          </a:lstStyle>
          <a:p>
            <a:pPr lvl="0"/>
            <a:r>
              <a:rPr lang="en-US" dirty="0"/>
              <a:t>Click to edit Master title style</a:t>
            </a:r>
          </a:p>
        </p:txBody>
      </p:sp>
      <p:sp>
        <p:nvSpPr>
          <p:cNvPr id="7" name="Content Placeholder 6">
            <a:extLst>
              <a:ext uri="{FF2B5EF4-FFF2-40B4-BE49-F238E27FC236}">
                <a16:creationId xmlns:a16="http://schemas.microsoft.com/office/drawing/2014/main" id="{8D5285B4-939B-FC12-E19A-F30DFE493F08}"/>
              </a:ext>
            </a:extLst>
          </p:cNvPr>
          <p:cNvSpPr>
            <a:spLocks noGrp="1"/>
          </p:cNvSpPr>
          <p:nvPr>
            <p:ph sz="quarter" idx="13" hasCustomPrompt="1"/>
          </p:nvPr>
        </p:nvSpPr>
        <p:spPr>
          <a:xfrm>
            <a:off x="539496" y="420624"/>
            <a:ext cx="11100816" cy="4334256"/>
          </a:xfrm>
        </p:spPr>
        <p:txBody>
          <a:bodyPr vert="horz" lIns="91440" tIns="45720" rIns="91440" bIns="45720" rtlCol="0" anchor="b">
            <a:normAutofit/>
          </a:bodyPr>
          <a:lstStyle>
            <a:lvl1pPr marL="0" indent="0">
              <a:lnSpc>
                <a:spcPct val="90000"/>
              </a:lnSpc>
              <a:buNone/>
              <a:defRPr lang="en-US" sz="27800" dirty="0">
                <a:solidFill>
                  <a:schemeClr val="accent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0C53913C-4E7F-A6E2-8028-C03CFD32F302}"/>
              </a:ext>
            </a:extLst>
          </p:cNvPr>
          <p:cNvSpPr>
            <a:spLocks noGrp="1"/>
          </p:cNvSpPr>
          <p:nvPr>
            <p:ph type="dt" sz="half" idx="10"/>
          </p:nvPr>
        </p:nvSpPr>
        <p:spPr/>
        <p:txBody>
          <a:bodyPr/>
          <a:lstStyle>
            <a:lvl1pPr>
              <a:defRPr>
                <a:solidFill>
                  <a:schemeClr val="tx2"/>
                </a:solidFill>
              </a:defRPr>
            </a:lvl1pPr>
          </a:lstStyle>
          <a:p>
            <a:fld id="{1D5A920F-C91E-4FD9-A8A8-AC96444816EA}" type="datetime1">
              <a:rPr lang="en-US" smtClean="0"/>
              <a:t>11/6/2025</a:t>
            </a:fld>
            <a:endParaRPr lang="en-US" dirty="0"/>
          </a:p>
        </p:txBody>
      </p:sp>
      <p:sp>
        <p:nvSpPr>
          <p:cNvPr id="4" name="Footer Placeholder 3">
            <a:extLst>
              <a:ext uri="{FF2B5EF4-FFF2-40B4-BE49-F238E27FC236}">
                <a16:creationId xmlns:a16="http://schemas.microsoft.com/office/drawing/2014/main" id="{F0225984-1615-5B69-4A65-E3A7E6508DE7}"/>
              </a:ext>
            </a:extLst>
          </p:cNvPr>
          <p:cNvSpPr>
            <a:spLocks noGrp="1"/>
          </p:cNvSpPr>
          <p:nvPr>
            <p:ph type="ftr" sz="quarter" idx="11"/>
          </p:nvPr>
        </p:nvSpPr>
        <p:spPr>
          <a:xfrm>
            <a:off x="8430768" y="6492240"/>
            <a:ext cx="2660904" cy="338328"/>
          </a:xfrm>
        </p:spPr>
        <p:txBody>
          <a:bodyPr/>
          <a:lstStyle>
            <a:lvl1pPr>
              <a:defRPr>
                <a:solidFill>
                  <a:schemeClr val="tx2"/>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6A6A07C-51B6-897B-8C81-FBA62CFE4176}"/>
              </a:ext>
            </a:extLst>
          </p:cNvPr>
          <p:cNvSpPr>
            <a:spLocks noGrp="1"/>
          </p:cNvSpPr>
          <p:nvPr>
            <p:ph type="sldNum" sz="quarter" idx="12"/>
          </p:nvPr>
        </p:nvSpPr>
        <p:spPr>
          <a:xfrm>
            <a:off x="11183112" y="6492240"/>
            <a:ext cx="457200" cy="338328"/>
          </a:xfrm>
        </p:spPr>
        <p:txBody>
          <a:bodyPr/>
          <a:lstStyle>
            <a:lvl1pPr>
              <a:defRPr>
                <a:solidFill>
                  <a:schemeClr val="tx2"/>
                </a:solidFill>
              </a:defRPr>
            </a:lvl1p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254209854"/>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83FF91DA-BC67-4FFF-80B3-6A83720BA580}" type="datetime1">
              <a:rPr lang="en-US" smtClean="0"/>
              <a:t>11/6/2025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‹Nº›</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29768" y="987552"/>
            <a:ext cx="10149840" cy="4846320"/>
          </a:xfrm>
        </p:spPr>
        <p:txBody>
          <a:bodyPr anchor="ctr">
            <a:normAutofit/>
          </a:bodyPr>
          <a:lstStyle>
            <a:lvl1pPr marL="0" indent="0">
              <a:lnSpc>
                <a:spcPct val="110000"/>
              </a:lnSpc>
              <a:buNone/>
              <a:defRPr sz="4400" b="0" cap="all" baseline="0">
                <a:solidFill>
                  <a:schemeClr val="accent1"/>
                </a:solidFill>
              </a:defRPr>
            </a:lvl1pPr>
            <a:lvl2pPr marL="228600" indent="0">
              <a:lnSpc>
                <a:spcPct val="110000"/>
              </a:lnSpc>
              <a:buNone/>
              <a:defRPr sz="4000" b="0" cap="all" baseline="0">
                <a:solidFill>
                  <a:schemeClr val="accent1"/>
                </a:solidFill>
              </a:defRPr>
            </a:lvl2pPr>
            <a:lvl3pPr marL="457200" indent="0">
              <a:lnSpc>
                <a:spcPct val="110000"/>
              </a:lnSpc>
              <a:buNone/>
              <a:defRPr sz="3600" b="0" cap="all" baseline="0">
                <a:solidFill>
                  <a:schemeClr val="accent1"/>
                </a:solidFill>
              </a:defRPr>
            </a:lvl3pPr>
            <a:lvl4pPr marL="685800" indent="0">
              <a:lnSpc>
                <a:spcPct val="110000"/>
              </a:lnSpc>
              <a:buNone/>
              <a:defRPr sz="3200" b="0" cap="all" baseline="0">
                <a:solidFill>
                  <a:schemeClr val="accent1"/>
                </a:solidFill>
              </a:defRPr>
            </a:lvl4pPr>
            <a:lvl5pPr marL="914400" indent="0">
              <a:lnSpc>
                <a:spcPct val="110000"/>
              </a:lnSpc>
              <a:buNone/>
              <a:defRPr sz="2800" b="0" cap="all" baseline="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4477381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accent1"/>
                </a:solidFill>
              </a:defRPr>
            </a:lvl1pPr>
          </a:lstStyle>
          <a:p>
            <a:fld id="{15565DD7-EB64-4BFE-B850-4043488A7CD8}" type="datetime1">
              <a:rPr lang="en-US" smtClean="0"/>
              <a:t>11/6/2025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accent1"/>
                </a:solidFill>
              </a:defRPr>
            </a:lvl1pPr>
          </a:lstStyle>
          <a:p>
            <a:r>
              <a:rPr lang="en-US"/>
              <a:t>Sample Footer Text</a:t>
            </a:r>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accent1"/>
                </a:solidFill>
              </a:defRPr>
            </a:lvl1pPr>
          </a:lstStyle>
          <a:p>
            <a:fld id="{CC057153-B650-4DEB-B370-79DDCFDCE934}" type="slidenum">
              <a:rPr lang="en-US" smtClean="0"/>
              <a:pPr/>
              <a:t>‹Nº›</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29768" y="630936"/>
            <a:ext cx="8449056" cy="5605272"/>
          </a:xfrm>
        </p:spPr>
        <p:txBody>
          <a:bodyPr anchor="ctr">
            <a:normAutofit/>
          </a:bodyPr>
          <a:lstStyle>
            <a:lvl1pPr marL="0" indent="0">
              <a:lnSpc>
                <a:spcPct val="110000"/>
              </a:lnSpc>
              <a:buNone/>
              <a:defRPr sz="5400" b="0" cap="none" baseline="0">
                <a:solidFill>
                  <a:schemeClr val="accent1"/>
                </a:solidFill>
              </a:defRPr>
            </a:lvl1pPr>
            <a:lvl2pPr marL="228600" indent="0">
              <a:lnSpc>
                <a:spcPct val="110000"/>
              </a:lnSpc>
              <a:buNone/>
              <a:defRPr sz="4800" b="0" cap="none" baseline="0">
                <a:solidFill>
                  <a:schemeClr val="accent1"/>
                </a:solidFill>
              </a:defRPr>
            </a:lvl2pPr>
            <a:lvl3pPr marL="457200" indent="0">
              <a:lnSpc>
                <a:spcPct val="110000"/>
              </a:lnSpc>
              <a:buNone/>
              <a:defRPr sz="4400" b="0" cap="none" baseline="0">
                <a:solidFill>
                  <a:schemeClr val="accent1"/>
                </a:solidFill>
              </a:defRPr>
            </a:lvl3pPr>
            <a:lvl4pPr marL="685800" indent="0">
              <a:lnSpc>
                <a:spcPct val="110000"/>
              </a:lnSpc>
              <a:buNone/>
              <a:defRPr sz="4000" b="0" cap="none" baseline="0">
                <a:solidFill>
                  <a:schemeClr val="accent1"/>
                </a:solidFill>
              </a:defRPr>
            </a:lvl4pPr>
            <a:lvl5pPr marL="914400" indent="0">
              <a:lnSpc>
                <a:spcPct val="110000"/>
              </a:lnSpc>
              <a:buNone/>
              <a:defRPr sz="3600" b="0" cap="none" baseline="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28696494"/>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860B29AE-EBEF-71CC-AE38-3B2CD14FCA19}"/>
              </a:ext>
            </a:extLst>
          </p:cNvPr>
          <p:cNvSpPr/>
          <p:nvPr/>
        </p:nvSpPr>
        <p:spPr>
          <a:xfrm rot="5400000" flipV="1">
            <a:off x="-2566724" y="2566724"/>
            <a:ext cx="6399213" cy="1265765"/>
          </a:xfrm>
          <a:custGeom>
            <a:avLst/>
            <a:gdLst>
              <a:gd name="connsiteX0" fmla="*/ 0 w 6399213"/>
              <a:gd name="connsiteY0" fmla="*/ 0 h 1265765"/>
              <a:gd name="connsiteX1" fmla="*/ 0 w 6399213"/>
              <a:gd name="connsiteY1" fmla="*/ 1265765 h 1265765"/>
              <a:gd name="connsiteX2" fmla="*/ 5982881 w 6399213"/>
              <a:gd name="connsiteY2" fmla="*/ 1265765 h 1265765"/>
              <a:gd name="connsiteX3" fmla="*/ 6399213 w 6399213"/>
              <a:gd name="connsiteY3" fmla="*/ 849433 h 1265765"/>
              <a:gd name="connsiteX4" fmla="*/ 6399213 w 6399213"/>
              <a:gd name="connsiteY4" fmla="*/ 0 h 1265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9213" h="1265765">
                <a:moveTo>
                  <a:pt x="0" y="0"/>
                </a:moveTo>
                <a:lnTo>
                  <a:pt x="0" y="1265765"/>
                </a:lnTo>
                <a:lnTo>
                  <a:pt x="5982881" y="1265765"/>
                </a:lnTo>
                <a:cubicBezTo>
                  <a:pt x="6212815" y="1265765"/>
                  <a:pt x="6399213" y="1079367"/>
                  <a:pt x="6399213" y="849433"/>
                </a:cubicBezTo>
                <a:lnTo>
                  <a:pt x="6399213"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6BE2C979-2DBB-4FF5-B773-BBC906FD5969}" type="datetime1">
              <a:rPr lang="en-US" smtClean="0"/>
              <a:t>11/6/2025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‹Nº›</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98217" y="877824"/>
            <a:ext cx="8046720" cy="5065776"/>
          </a:xfrm>
        </p:spPr>
        <p:txBody>
          <a:bodyPr anchor="ctr">
            <a:normAutofit/>
          </a:bodyPr>
          <a:lstStyle>
            <a:lvl1pPr marL="0" indent="0">
              <a:lnSpc>
                <a:spcPct val="110000"/>
              </a:lnSpc>
              <a:buNone/>
              <a:defRPr sz="5400" b="0"/>
            </a:lvl1pPr>
            <a:lvl2pPr marL="228600" indent="0">
              <a:lnSpc>
                <a:spcPct val="110000"/>
              </a:lnSpc>
              <a:buNone/>
              <a:defRPr sz="4800" b="0"/>
            </a:lvl2pPr>
            <a:lvl3pPr marL="457200" indent="0">
              <a:lnSpc>
                <a:spcPct val="110000"/>
              </a:lnSpc>
              <a:buNone/>
              <a:defRPr sz="4400" b="0"/>
            </a:lvl3pPr>
            <a:lvl4pPr marL="685800" indent="0">
              <a:lnSpc>
                <a:spcPct val="110000"/>
              </a:lnSpc>
              <a:buNone/>
              <a:defRPr sz="4000" b="0"/>
            </a:lvl4pPr>
            <a:lvl5pPr marL="914400" indent="0">
              <a:lnSpc>
                <a:spcPct val="110000"/>
              </a:lnSpc>
              <a:buNone/>
              <a:defRPr sz="3600" b="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6997929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4">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1CEC059F-651D-D540-DF60-D6361D9C716B}"/>
              </a:ext>
            </a:extLst>
          </p:cNvPr>
          <p:cNvSpPr/>
          <p:nvPr/>
        </p:nvSpPr>
        <p:spPr>
          <a:xfrm flipV="1">
            <a:off x="1" y="6099048"/>
            <a:ext cx="10487111" cy="758952"/>
          </a:xfrm>
          <a:custGeom>
            <a:avLst/>
            <a:gdLst>
              <a:gd name="connsiteX0" fmla="*/ 0 w 10487111"/>
              <a:gd name="connsiteY0" fmla="*/ 758952 h 758952"/>
              <a:gd name="connsiteX1" fmla="*/ 10070779 w 10487111"/>
              <a:gd name="connsiteY1" fmla="*/ 758952 h 758952"/>
              <a:gd name="connsiteX2" fmla="*/ 10487111 w 10487111"/>
              <a:gd name="connsiteY2" fmla="*/ 342620 h 758952"/>
              <a:gd name="connsiteX3" fmla="*/ 10487111 w 10487111"/>
              <a:gd name="connsiteY3" fmla="*/ 0 h 758952"/>
              <a:gd name="connsiteX4" fmla="*/ 0 w 10487111"/>
              <a:gd name="connsiteY4" fmla="*/ 0 h 758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7111" h="758952">
                <a:moveTo>
                  <a:pt x="0" y="758952"/>
                </a:moveTo>
                <a:lnTo>
                  <a:pt x="10070779" y="758952"/>
                </a:lnTo>
                <a:cubicBezTo>
                  <a:pt x="10300713" y="758952"/>
                  <a:pt x="10487111" y="572554"/>
                  <a:pt x="10487111" y="342620"/>
                </a:cubicBezTo>
                <a:lnTo>
                  <a:pt x="10487111"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4F5984F2-69E3-42EA-A769-C3221255F524}" type="datetime1">
              <a:rPr lang="en-US" smtClean="0"/>
              <a:t>11/6/2025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7068312"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9820656" y="6492240"/>
            <a:ext cx="457200" cy="338328"/>
          </a:xfrm>
        </p:spPr>
        <p:txBody>
          <a:bodyPr/>
          <a:lstStyle/>
          <a:p>
            <a:fld id="{CC057153-B650-4DEB-B370-79DDCFDCE934}" type="slidenum">
              <a:rPr lang="en-US" smtClean="0"/>
              <a:pPr/>
              <a:t>‹Nº›</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29768" y="1596767"/>
            <a:ext cx="9848088" cy="3767328"/>
          </a:xfrm>
        </p:spPr>
        <p:txBody>
          <a:bodyPr anchor="b">
            <a:normAutofit/>
          </a:bodyPr>
          <a:lstStyle>
            <a:lvl1pPr marL="0" indent="0">
              <a:lnSpc>
                <a:spcPct val="110000"/>
              </a:lnSpc>
              <a:buNone/>
              <a:defRPr sz="6000" b="0">
                <a:solidFill>
                  <a:schemeClr val="accent1"/>
                </a:solidFill>
              </a:defRPr>
            </a:lvl1pPr>
            <a:lvl2pPr marL="228600" indent="0">
              <a:lnSpc>
                <a:spcPct val="110000"/>
              </a:lnSpc>
              <a:buNone/>
              <a:defRPr sz="5400" b="0">
                <a:solidFill>
                  <a:schemeClr val="accent1"/>
                </a:solidFill>
              </a:defRPr>
            </a:lvl2pPr>
            <a:lvl3pPr marL="457200" indent="0">
              <a:lnSpc>
                <a:spcPct val="110000"/>
              </a:lnSpc>
              <a:buNone/>
              <a:defRPr sz="4800" b="0">
                <a:solidFill>
                  <a:schemeClr val="accent1"/>
                </a:solidFill>
              </a:defRPr>
            </a:lvl3pPr>
            <a:lvl4pPr marL="685800" indent="0">
              <a:lnSpc>
                <a:spcPct val="110000"/>
              </a:lnSpc>
              <a:buNone/>
              <a:defRPr sz="4400" b="0">
                <a:solidFill>
                  <a:schemeClr val="accent1"/>
                </a:solidFill>
              </a:defRPr>
            </a:lvl4pPr>
            <a:lvl5pPr marL="914400" indent="0">
              <a:lnSpc>
                <a:spcPct val="110000"/>
              </a:lnSpc>
              <a:buNone/>
              <a:defRPr sz="4000" b="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1854718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1618488" y="5376672"/>
            <a:ext cx="9079992" cy="466344"/>
          </a:xfrm>
        </p:spPr>
        <p:txBody>
          <a:bodyPr anchor="t">
            <a:normAutofit/>
          </a:bodyPr>
          <a:lstStyle>
            <a:lvl1pPr>
              <a:lnSpc>
                <a:spcPct val="120000"/>
              </a:lnSpc>
              <a:defRPr sz="2200">
                <a:latin typeface="+mn-lt"/>
              </a:defRPr>
            </a:lvl1pPr>
          </a:lstStyle>
          <a:p>
            <a:r>
              <a:rPr lang="en-US" dirty="0"/>
              <a:t>Quote Author</a:t>
            </a:r>
          </a:p>
        </p:txBody>
      </p:sp>
      <p:sp>
        <p:nvSpPr>
          <p:cNvPr id="3" name="Date Placeholder 2">
            <a:extLst>
              <a:ext uri="{FF2B5EF4-FFF2-40B4-BE49-F238E27FC236}">
                <a16:creationId xmlns:a16="http://schemas.microsoft.com/office/drawing/2014/main" id="{7450CCE4-9136-9EA6-8630-92DA75F38F3D}"/>
              </a:ext>
            </a:extLst>
          </p:cNvPr>
          <p:cNvSpPr>
            <a:spLocks noGrp="1"/>
          </p:cNvSpPr>
          <p:nvPr>
            <p:ph type="dt" sz="half" idx="10"/>
          </p:nvPr>
        </p:nvSpPr>
        <p:spPr/>
        <p:txBody>
          <a:bodyPr/>
          <a:lstStyle/>
          <a:p>
            <a:fld id="{A3621600-2F49-4BDF-9F00-79A81477383F}" type="datetime1">
              <a:rPr lang="en-US" smtClean="0"/>
              <a:t>11/6/2025</a:t>
            </a:fld>
            <a:endParaRPr lang="en-US" dirty="0"/>
          </a:p>
        </p:txBody>
      </p:sp>
      <p:sp>
        <p:nvSpPr>
          <p:cNvPr id="4" name="Footer Placeholder 3">
            <a:extLst>
              <a:ext uri="{FF2B5EF4-FFF2-40B4-BE49-F238E27FC236}">
                <a16:creationId xmlns:a16="http://schemas.microsoft.com/office/drawing/2014/main" id="{CB66F519-3A11-8ACC-F11B-0C5B8388C6E7}"/>
              </a:ext>
            </a:extLst>
          </p:cNvPr>
          <p:cNvSpPr>
            <a:spLocks noGrp="1"/>
          </p:cNvSpPr>
          <p:nvPr>
            <p:ph type="ftr" sz="quarter" idx="11"/>
          </p:nvPr>
        </p:nvSpPr>
        <p:spPr/>
        <p:txBody>
          <a:bodyPr/>
          <a:lstStyle/>
          <a:p>
            <a:r>
              <a:rPr lang="en-US"/>
              <a:t>Sample Footer Text</a:t>
            </a:r>
            <a:endParaRPr lang="en-US" dirty="0"/>
          </a:p>
        </p:txBody>
      </p:sp>
      <p:sp>
        <p:nvSpPr>
          <p:cNvPr id="5" name="Slide Number Placeholder 4">
            <a:extLst>
              <a:ext uri="{FF2B5EF4-FFF2-40B4-BE49-F238E27FC236}">
                <a16:creationId xmlns:a16="http://schemas.microsoft.com/office/drawing/2014/main" id="{3B677173-46BB-8B19-DE87-86D46A98F540}"/>
              </a:ext>
            </a:extLst>
          </p:cNvPr>
          <p:cNvSpPr>
            <a:spLocks noGrp="1"/>
          </p:cNvSpPr>
          <p:nvPr>
            <p:ph type="sldNum" sz="quarter" idx="12"/>
          </p:nvPr>
        </p:nvSpPr>
        <p:spPr/>
        <p:txBody>
          <a:bodyPr/>
          <a:lstStyle/>
          <a:p>
            <a:fld id="{CC057153-B650-4DEB-B370-79DDCFDCE934}" type="slidenum">
              <a:rPr lang="en-US" smtClean="0"/>
              <a:pPr/>
              <a:t>‹Nº›</a:t>
            </a:fld>
            <a:endParaRPr lang="en-US" dirty="0"/>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1499616" y="1527048"/>
            <a:ext cx="9198864" cy="2871216"/>
          </a:xfrm>
        </p:spPr>
        <p:txBody>
          <a:bodyPr anchor="ctr">
            <a:normAutofit/>
          </a:bodyPr>
          <a:lstStyle>
            <a:lvl1pPr marL="137160" indent="-137160">
              <a:lnSpc>
                <a:spcPct val="110000"/>
              </a:lnSpc>
              <a:spcBef>
                <a:spcPts val="0"/>
              </a:spcBef>
              <a:buNone/>
              <a:defRPr sz="4000">
                <a:solidFill>
                  <a:schemeClr val="accent1"/>
                </a:solidFill>
                <a:latin typeface="+mj-lt"/>
              </a:defRPr>
            </a:lvl1pPr>
          </a:lstStyle>
          <a:p>
            <a:pPr lvl="0"/>
            <a:r>
              <a:rPr lang="en-US" dirty="0"/>
              <a:t>Click to edit Quote</a:t>
            </a:r>
          </a:p>
        </p:txBody>
      </p:sp>
    </p:spTree>
    <p:extLst>
      <p:ext uri="{BB962C8B-B14F-4D97-AF65-F5344CB8AC3E}">
        <p14:creationId xmlns:p14="http://schemas.microsoft.com/office/powerpoint/2010/main" val="8154876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3AF1DAFD-6C43-776A-EDEF-047653131661}"/>
              </a:ext>
            </a:extLst>
          </p:cNvPr>
          <p:cNvSpPr/>
          <p:nvPr/>
        </p:nvSpPr>
        <p:spPr>
          <a:xfrm flipV="1">
            <a:off x="0" y="823828"/>
            <a:ext cx="11385608" cy="6034172"/>
          </a:xfrm>
          <a:custGeom>
            <a:avLst/>
            <a:gdLst>
              <a:gd name="connsiteX0" fmla="*/ 0 w 11385608"/>
              <a:gd name="connsiteY0" fmla="*/ 6034172 h 6034172"/>
              <a:gd name="connsiteX1" fmla="*/ 10969276 w 11385608"/>
              <a:gd name="connsiteY1" fmla="*/ 6034172 h 6034172"/>
              <a:gd name="connsiteX2" fmla="*/ 11385608 w 11385608"/>
              <a:gd name="connsiteY2" fmla="*/ 5617840 h 6034172"/>
              <a:gd name="connsiteX3" fmla="*/ 11385608 w 11385608"/>
              <a:gd name="connsiteY3" fmla="*/ 0 h 6034172"/>
              <a:gd name="connsiteX4" fmla="*/ 0 w 11385608"/>
              <a:gd name="connsiteY4" fmla="*/ 0 h 6034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85608" h="6034172">
                <a:moveTo>
                  <a:pt x="0" y="6034172"/>
                </a:moveTo>
                <a:lnTo>
                  <a:pt x="10969276" y="6034172"/>
                </a:lnTo>
                <a:cubicBezTo>
                  <a:pt x="11199210" y="6034172"/>
                  <a:pt x="11385608" y="5847774"/>
                  <a:pt x="11385608" y="5617840"/>
                </a:cubicBezTo>
                <a:lnTo>
                  <a:pt x="11385608"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566928" y="5148072"/>
            <a:ext cx="8366760" cy="1188720"/>
          </a:xfrm>
        </p:spPr>
        <p:txBody>
          <a:bodyPr anchor="ctr">
            <a:normAutofit/>
          </a:bodyPr>
          <a:lstStyle>
            <a:lvl1pPr>
              <a:lnSpc>
                <a:spcPct val="120000"/>
              </a:lnSpc>
              <a:defRPr sz="1800" b="1">
                <a:latin typeface="+mn-lt"/>
              </a:defRPr>
            </a:lvl1pPr>
          </a:lstStyle>
          <a:p>
            <a:r>
              <a:rPr lang="en-US" dirty="0"/>
              <a:t>Quote Author</a:t>
            </a:r>
          </a:p>
        </p:txBody>
      </p:sp>
      <p:sp>
        <p:nvSpPr>
          <p:cNvPr id="3" name="Date Placeholder 2">
            <a:extLst>
              <a:ext uri="{FF2B5EF4-FFF2-40B4-BE49-F238E27FC236}">
                <a16:creationId xmlns:a16="http://schemas.microsoft.com/office/drawing/2014/main" id="{7450CCE4-9136-9EA6-8630-92DA75F38F3D}"/>
              </a:ext>
            </a:extLst>
          </p:cNvPr>
          <p:cNvSpPr>
            <a:spLocks noGrp="1"/>
          </p:cNvSpPr>
          <p:nvPr>
            <p:ph type="dt" sz="half" idx="10"/>
          </p:nvPr>
        </p:nvSpPr>
        <p:spPr/>
        <p:txBody>
          <a:bodyPr/>
          <a:lstStyle/>
          <a:p>
            <a:fld id="{A2123558-A89A-4F39-900D-C4A4FDA1B2E7}" type="datetime1">
              <a:rPr lang="en-US" smtClean="0"/>
              <a:t>11/6/2025</a:t>
            </a:fld>
            <a:endParaRPr lang="en-US" dirty="0"/>
          </a:p>
        </p:txBody>
      </p:sp>
      <p:sp>
        <p:nvSpPr>
          <p:cNvPr id="4" name="Footer Placeholder 3">
            <a:extLst>
              <a:ext uri="{FF2B5EF4-FFF2-40B4-BE49-F238E27FC236}">
                <a16:creationId xmlns:a16="http://schemas.microsoft.com/office/drawing/2014/main" id="{CB66F519-3A11-8ACC-F11B-0C5B8388C6E7}"/>
              </a:ext>
            </a:extLst>
          </p:cNvPr>
          <p:cNvSpPr>
            <a:spLocks noGrp="1"/>
          </p:cNvSpPr>
          <p:nvPr>
            <p:ph type="ftr" sz="quarter" idx="11"/>
          </p:nvPr>
        </p:nvSpPr>
        <p:spPr>
          <a:xfrm>
            <a:off x="8668512"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3B677173-46BB-8B19-DE87-86D46A98F540}"/>
              </a:ext>
            </a:extLst>
          </p:cNvPr>
          <p:cNvSpPr>
            <a:spLocks noGrp="1"/>
          </p:cNvSpPr>
          <p:nvPr>
            <p:ph type="sldNum" sz="quarter" idx="12"/>
          </p:nvPr>
        </p:nvSpPr>
        <p:spPr>
          <a:xfrm>
            <a:off x="11420856" y="6492240"/>
            <a:ext cx="457200" cy="338328"/>
          </a:xfrm>
        </p:spPr>
        <p:txBody>
          <a:bodyPr/>
          <a:lstStyle/>
          <a:p>
            <a:fld id="{CC057153-B650-4DEB-B370-79DDCFDCE934}" type="slidenum">
              <a:rPr lang="en-US" smtClean="0"/>
              <a:pPr/>
              <a:t>‹Nº›</a:t>
            </a:fld>
            <a:endParaRPr lang="en-US" dirty="0"/>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429768" y="1783080"/>
            <a:ext cx="8503920" cy="3209544"/>
          </a:xfrm>
        </p:spPr>
        <p:txBody>
          <a:bodyPr anchor="t">
            <a:normAutofit/>
          </a:bodyPr>
          <a:lstStyle>
            <a:lvl1pPr marL="137160" indent="-137160">
              <a:lnSpc>
                <a:spcPct val="100000"/>
              </a:lnSpc>
              <a:spcBef>
                <a:spcPts val="0"/>
              </a:spcBef>
              <a:buNone/>
              <a:defRPr sz="4000">
                <a:solidFill>
                  <a:schemeClr val="accent1"/>
                </a:solidFill>
                <a:latin typeface="+mj-lt"/>
              </a:defRPr>
            </a:lvl1pPr>
          </a:lstStyle>
          <a:p>
            <a:pPr lvl="0"/>
            <a:r>
              <a:rPr lang="en-US" dirty="0"/>
              <a:t>Click to edit Quote</a:t>
            </a:r>
          </a:p>
        </p:txBody>
      </p:sp>
    </p:spTree>
    <p:extLst>
      <p:ext uri="{BB962C8B-B14F-4D97-AF65-F5344CB8AC3E}">
        <p14:creationId xmlns:p14="http://schemas.microsoft.com/office/powerpoint/2010/main" val="267242414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25BDAC2-53C5-6F8B-7446-54D1152EB91B}"/>
              </a:ext>
            </a:extLst>
          </p:cNvPr>
          <p:cNvSpPr/>
          <p:nvPr/>
        </p:nvSpPr>
        <p:spPr>
          <a:xfrm>
            <a:off x="0" y="0"/>
            <a:ext cx="11385608" cy="5084064"/>
          </a:xfrm>
          <a:custGeom>
            <a:avLst/>
            <a:gdLst>
              <a:gd name="connsiteX0" fmla="*/ 0 w 11385608"/>
              <a:gd name="connsiteY0" fmla="*/ 0 h 5084064"/>
              <a:gd name="connsiteX1" fmla="*/ 11385608 w 11385608"/>
              <a:gd name="connsiteY1" fmla="*/ 0 h 5084064"/>
              <a:gd name="connsiteX2" fmla="*/ 11385608 w 11385608"/>
              <a:gd name="connsiteY2" fmla="*/ 4562110 h 5084064"/>
              <a:gd name="connsiteX3" fmla="*/ 10863655 w 11385608"/>
              <a:gd name="connsiteY3" fmla="*/ 5084064 h 5084064"/>
              <a:gd name="connsiteX4" fmla="*/ 0 w 11385608"/>
              <a:gd name="connsiteY4" fmla="*/ 5084064 h 50840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85608" h="5084064">
                <a:moveTo>
                  <a:pt x="0" y="0"/>
                </a:moveTo>
                <a:lnTo>
                  <a:pt x="11385608" y="0"/>
                </a:lnTo>
                <a:lnTo>
                  <a:pt x="11385608" y="4562110"/>
                </a:lnTo>
                <a:cubicBezTo>
                  <a:pt x="11385608" y="4850377"/>
                  <a:pt x="11151922" y="5084064"/>
                  <a:pt x="10863655" y="5084064"/>
                </a:cubicBezTo>
                <a:lnTo>
                  <a:pt x="0" y="5084064"/>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566928" y="5449824"/>
            <a:ext cx="9546336" cy="905256"/>
          </a:xfrm>
        </p:spPr>
        <p:txBody>
          <a:bodyPr anchor="ctr">
            <a:normAutofit/>
          </a:bodyPr>
          <a:lstStyle>
            <a:lvl1pPr>
              <a:lnSpc>
                <a:spcPct val="120000"/>
              </a:lnSpc>
              <a:defRPr sz="1800" b="1">
                <a:latin typeface="+mn-lt"/>
              </a:defRPr>
            </a:lvl1pPr>
          </a:lstStyle>
          <a:p>
            <a:r>
              <a:rPr lang="en-US" dirty="0"/>
              <a:t>Quote Author</a:t>
            </a:r>
          </a:p>
        </p:txBody>
      </p:sp>
      <p:sp>
        <p:nvSpPr>
          <p:cNvPr id="3" name="Date Placeholder 2">
            <a:extLst>
              <a:ext uri="{FF2B5EF4-FFF2-40B4-BE49-F238E27FC236}">
                <a16:creationId xmlns:a16="http://schemas.microsoft.com/office/drawing/2014/main" id="{7450CCE4-9136-9EA6-8630-92DA75F38F3D}"/>
              </a:ext>
            </a:extLst>
          </p:cNvPr>
          <p:cNvSpPr>
            <a:spLocks noGrp="1"/>
          </p:cNvSpPr>
          <p:nvPr>
            <p:ph type="dt" sz="half" idx="10"/>
          </p:nvPr>
        </p:nvSpPr>
        <p:spPr/>
        <p:txBody>
          <a:bodyPr/>
          <a:lstStyle/>
          <a:p>
            <a:fld id="{5342020B-CB60-4281-A570-6300974B7A2E}" type="datetime1">
              <a:rPr lang="en-US" smtClean="0"/>
              <a:t>11/6/2025</a:t>
            </a:fld>
            <a:endParaRPr lang="en-US" dirty="0"/>
          </a:p>
        </p:txBody>
      </p:sp>
      <p:sp>
        <p:nvSpPr>
          <p:cNvPr id="4" name="Footer Placeholder 3">
            <a:extLst>
              <a:ext uri="{FF2B5EF4-FFF2-40B4-BE49-F238E27FC236}">
                <a16:creationId xmlns:a16="http://schemas.microsoft.com/office/drawing/2014/main" id="{CB66F519-3A11-8ACC-F11B-0C5B8388C6E7}"/>
              </a:ext>
            </a:extLst>
          </p:cNvPr>
          <p:cNvSpPr>
            <a:spLocks noGrp="1"/>
          </p:cNvSpPr>
          <p:nvPr>
            <p:ph type="ftr" sz="quarter" idx="11"/>
          </p:nvPr>
        </p:nvSpPr>
        <p:spPr>
          <a:xfrm>
            <a:off x="8668512"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3B677173-46BB-8B19-DE87-86D46A98F540}"/>
              </a:ext>
            </a:extLst>
          </p:cNvPr>
          <p:cNvSpPr>
            <a:spLocks noGrp="1"/>
          </p:cNvSpPr>
          <p:nvPr>
            <p:ph type="sldNum" sz="quarter" idx="12"/>
          </p:nvPr>
        </p:nvSpPr>
        <p:spPr>
          <a:xfrm>
            <a:off x="11420856" y="6492240"/>
            <a:ext cx="457200" cy="338328"/>
          </a:xfrm>
        </p:spPr>
        <p:txBody>
          <a:bodyPr/>
          <a:lstStyle/>
          <a:p>
            <a:fld id="{CC057153-B650-4DEB-B370-79DDCFDCE934}" type="slidenum">
              <a:rPr lang="en-US" smtClean="0"/>
              <a:pPr/>
              <a:t>‹Nº›</a:t>
            </a:fld>
            <a:endParaRPr lang="en-US" dirty="0"/>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429768" y="530352"/>
            <a:ext cx="9683496" cy="3950208"/>
          </a:xfrm>
        </p:spPr>
        <p:txBody>
          <a:bodyPr anchor="ctr">
            <a:normAutofit/>
          </a:bodyPr>
          <a:lstStyle>
            <a:lvl1pPr marL="137160" indent="-137160">
              <a:lnSpc>
                <a:spcPct val="110000"/>
              </a:lnSpc>
              <a:spcBef>
                <a:spcPts val="0"/>
              </a:spcBef>
              <a:buNone/>
              <a:defRPr sz="4400">
                <a:solidFill>
                  <a:schemeClr val="accent1"/>
                </a:solidFill>
                <a:latin typeface="+mj-lt"/>
              </a:defRPr>
            </a:lvl1pPr>
          </a:lstStyle>
          <a:p>
            <a:pPr lvl="0"/>
            <a:r>
              <a:rPr lang="en-US" dirty="0"/>
              <a:t>Click to edit Quote</a:t>
            </a:r>
          </a:p>
        </p:txBody>
      </p:sp>
    </p:spTree>
    <p:extLst>
      <p:ext uri="{BB962C8B-B14F-4D97-AF65-F5344CB8AC3E}">
        <p14:creationId xmlns:p14="http://schemas.microsoft.com/office/powerpoint/2010/main" val="340796717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B7014-5970-11E5-11F0-6B902283689F}"/>
              </a:ext>
            </a:extLst>
          </p:cNvPr>
          <p:cNvSpPr>
            <a:spLocks noGrp="1"/>
          </p:cNvSpPr>
          <p:nvPr>
            <p:ph type="title" hasCustomPrompt="1"/>
          </p:nvPr>
        </p:nvSpPr>
        <p:spPr>
          <a:xfrm>
            <a:off x="557784" y="4965192"/>
            <a:ext cx="8339328" cy="1289304"/>
          </a:xfrm>
        </p:spPr>
        <p:txBody>
          <a:bodyPr anchor="ctr">
            <a:normAutofit/>
          </a:bodyPr>
          <a:lstStyle>
            <a:lvl1pPr>
              <a:lnSpc>
                <a:spcPct val="120000"/>
              </a:lnSpc>
              <a:defRPr sz="1800" b="0">
                <a:latin typeface="+mn-lt"/>
              </a:defRPr>
            </a:lvl1pPr>
          </a:lstStyle>
          <a:p>
            <a:r>
              <a:rPr lang="en-US" dirty="0"/>
              <a:t>Quote Author</a:t>
            </a:r>
          </a:p>
        </p:txBody>
      </p:sp>
      <p:sp>
        <p:nvSpPr>
          <p:cNvPr id="7" name="Content Placeholder 6">
            <a:extLst>
              <a:ext uri="{FF2B5EF4-FFF2-40B4-BE49-F238E27FC236}">
                <a16:creationId xmlns:a16="http://schemas.microsoft.com/office/drawing/2014/main" id="{63EF4BD9-B936-0E90-F933-A03D5E185561}"/>
              </a:ext>
            </a:extLst>
          </p:cNvPr>
          <p:cNvSpPr>
            <a:spLocks noGrp="1"/>
          </p:cNvSpPr>
          <p:nvPr>
            <p:ph sz="quarter" idx="13" hasCustomPrompt="1"/>
          </p:nvPr>
        </p:nvSpPr>
        <p:spPr>
          <a:xfrm>
            <a:off x="429768" y="1033272"/>
            <a:ext cx="8467344" cy="3931920"/>
          </a:xfrm>
        </p:spPr>
        <p:txBody>
          <a:bodyPr anchor="b">
            <a:normAutofit/>
          </a:bodyPr>
          <a:lstStyle>
            <a:lvl1pPr marL="137160" indent="-137160">
              <a:lnSpc>
                <a:spcPct val="110000"/>
              </a:lnSpc>
              <a:spcBef>
                <a:spcPts val="0"/>
              </a:spcBef>
              <a:buNone/>
              <a:defRPr sz="4400">
                <a:solidFill>
                  <a:schemeClr val="accent1"/>
                </a:solidFill>
                <a:latin typeface="+mj-lt"/>
              </a:defRPr>
            </a:lvl1pPr>
          </a:lstStyle>
          <a:p>
            <a:pPr lvl="0"/>
            <a:r>
              <a:rPr lang="en-US" dirty="0"/>
              <a:t>Click to edit Quote</a:t>
            </a:r>
          </a:p>
        </p:txBody>
      </p:sp>
      <p:sp>
        <p:nvSpPr>
          <p:cNvPr id="6" name="Date Placeholder 5">
            <a:extLst>
              <a:ext uri="{FF2B5EF4-FFF2-40B4-BE49-F238E27FC236}">
                <a16:creationId xmlns:a16="http://schemas.microsoft.com/office/drawing/2014/main" id="{1554EA42-18F1-82AE-02C3-B2B2A57AD709}"/>
              </a:ext>
            </a:extLst>
          </p:cNvPr>
          <p:cNvSpPr>
            <a:spLocks noGrp="1"/>
          </p:cNvSpPr>
          <p:nvPr>
            <p:ph type="dt" sz="half" idx="14"/>
          </p:nvPr>
        </p:nvSpPr>
        <p:spPr/>
        <p:txBody>
          <a:bodyPr/>
          <a:lstStyle/>
          <a:p>
            <a:fld id="{F55215D8-97AA-4B85-B7A0-A02F39368DA3}" type="datetime1">
              <a:rPr lang="en-US" smtClean="0"/>
              <a:t>11/6/2025</a:t>
            </a:fld>
            <a:endParaRPr lang="en-US" dirty="0"/>
          </a:p>
        </p:txBody>
      </p:sp>
      <p:sp>
        <p:nvSpPr>
          <p:cNvPr id="9" name="Footer Placeholder 8">
            <a:extLst>
              <a:ext uri="{FF2B5EF4-FFF2-40B4-BE49-F238E27FC236}">
                <a16:creationId xmlns:a16="http://schemas.microsoft.com/office/drawing/2014/main" id="{A8AE5996-C1E5-AFF0-1C20-EFDC8711799D}"/>
              </a:ext>
            </a:extLst>
          </p:cNvPr>
          <p:cNvSpPr>
            <a:spLocks noGrp="1"/>
          </p:cNvSpPr>
          <p:nvPr>
            <p:ph type="ftr" sz="quarter" idx="15"/>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4A8ACF18-7D60-FEE3-1B8D-6E5F51611A84}"/>
              </a:ext>
            </a:extLst>
          </p:cNvPr>
          <p:cNvSpPr>
            <a:spLocks noGrp="1"/>
          </p:cNvSpPr>
          <p:nvPr>
            <p:ph type="sldNum" sz="quarter" idx="16"/>
          </p:nvPr>
        </p:nvSpPr>
        <p:spPr/>
        <p:txBody>
          <a:body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3863099726"/>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294248"/>
            <a:ext cx="11164825" cy="958480"/>
          </a:xfrm>
        </p:spPr>
        <p:txBody>
          <a:bodyPr/>
          <a:lstStyle/>
          <a:p>
            <a:r>
              <a:rPr lang="en-US" dirty="0"/>
              <a:t>Click to edit Master title style</a:t>
            </a:r>
          </a:p>
        </p:txBody>
      </p:sp>
      <p:sp>
        <p:nvSpPr>
          <p:cNvPr id="9" name="Text Placeholder 8">
            <a:extLst>
              <a:ext uri="{FF2B5EF4-FFF2-40B4-BE49-F238E27FC236}">
                <a16:creationId xmlns:a16="http://schemas.microsoft.com/office/drawing/2014/main" id="{778C515B-8D5A-0268-9044-7B2013C87E02}"/>
              </a:ext>
            </a:extLst>
          </p:cNvPr>
          <p:cNvSpPr>
            <a:spLocks noGrp="1"/>
          </p:cNvSpPr>
          <p:nvPr>
            <p:ph type="body" sz="quarter" idx="13"/>
          </p:nvPr>
        </p:nvSpPr>
        <p:spPr>
          <a:xfrm>
            <a:off x="429767" y="2020825"/>
            <a:ext cx="5212208" cy="428472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13C7061A-8ED7-8B72-BD2B-2DF67F8C7A75}"/>
              </a:ext>
            </a:extLst>
          </p:cNvPr>
          <p:cNvSpPr>
            <a:spLocks noGrp="1"/>
          </p:cNvSpPr>
          <p:nvPr>
            <p:ph type="body" sz="quarter" idx="14"/>
          </p:nvPr>
        </p:nvSpPr>
        <p:spPr>
          <a:xfrm>
            <a:off x="6381622" y="2020822"/>
            <a:ext cx="5212208" cy="428472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B15CE14-1FF6-4074-BE8F-BABA3B0759C8}" type="datetime1">
              <a:rPr lang="en-US" smtClean="0"/>
              <a:t>11/6/2025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704757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29768" y="276166"/>
            <a:ext cx="11164824" cy="97656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29767"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Text Placeholder 10">
            <a:extLst>
              <a:ext uri="{FF2B5EF4-FFF2-40B4-BE49-F238E27FC236}">
                <a16:creationId xmlns:a16="http://schemas.microsoft.com/office/drawing/2014/main" id="{A211279F-0D05-3637-19CD-29468F4DD2F3}"/>
              </a:ext>
            </a:extLst>
          </p:cNvPr>
          <p:cNvSpPr>
            <a:spLocks noGrp="1"/>
          </p:cNvSpPr>
          <p:nvPr>
            <p:ph type="body" sz="quarter" idx="13"/>
          </p:nvPr>
        </p:nvSpPr>
        <p:spPr>
          <a:xfrm>
            <a:off x="430213" y="2021134"/>
            <a:ext cx="5211762" cy="434315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Text Placeholder 12">
            <a:extLst>
              <a:ext uri="{FF2B5EF4-FFF2-40B4-BE49-F238E27FC236}">
                <a16:creationId xmlns:a16="http://schemas.microsoft.com/office/drawing/2014/main" id="{F1B170DE-636A-B1A9-2EAB-C426DBFB3E51}"/>
              </a:ext>
            </a:extLst>
          </p:cNvPr>
          <p:cNvSpPr>
            <a:spLocks noGrp="1"/>
          </p:cNvSpPr>
          <p:nvPr>
            <p:ph type="body" sz="quarter" idx="14"/>
          </p:nvPr>
        </p:nvSpPr>
        <p:spPr>
          <a:xfrm>
            <a:off x="6381750" y="2020888"/>
            <a:ext cx="5213350" cy="4343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68971389-0C57-4856-A530-D0CC79ABF97F}" type="datetime1">
              <a:rPr lang="en-US" smtClean="0"/>
              <a:t>11/6/2025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59174337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3B13EFD-DF71-4A7D-9C47-1BBDB138B295}" type="datetime1">
              <a:rPr lang="en-US" smtClean="0"/>
              <a:t>11/6/2025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37092300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766BE319-9B1C-4A02-A60F-55C05B841F00}" type="datetime1">
              <a:rPr lang="en-US" smtClean="0"/>
              <a:t>11/6/2025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03928899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29768" y="553616"/>
            <a:ext cx="3595634" cy="1757505"/>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29769" y="2311121"/>
            <a:ext cx="3309608"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5" y="553616"/>
            <a:ext cx="6466741" cy="575256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60EF397E-666B-470F-A253-6BE6BC97EEBE}" type="datetime1">
              <a:rPr lang="en-US" smtClean="0"/>
              <a:t>11/6/2025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50185132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557784"/>
            <a:ext cx="3713996" cy="2212313"/>
          </a:xfrm>
        </p:spPr>
        <p:txBody>
          <a:bodyPr anchor="t">
            <a:normAutofit/>
          </a:bodyPr>
          <a:lstStyle>
            <a:lvl1pPr>
              <a:defRPr sz="32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29767"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3" name="Picture Placeholder 8">
            <a:extLst>
              <a:ext uri="{FF2B5EF4-FFF2-40B4-BE49-F238E27FC236}">
                <a16:creationId xmlns:a16="http://schemas.microsoft.com/office/drawing/2014/main" id="{FA23F0E6-EDAF-3A7F-5EC8-F911E9AE48EF}"/>
              </a:ext>
            </a:extLst>
          </p:cNvPr>
          <p:cNvSpPr>
            <a:spLocks noGrp="1"/>
          </p:cNvSpPr>
          <p:nvPr>
            <p:ph type="pic" sz="quarter" idx="13" hasCustomPrompt="1"/>
          </p:nvPr>
        </p:nvSpPr>
        <p:spPr>
          <a:xfrm>
            <a:off x="4502843" y="0"/>
            <a:ext cx="7689157" cy="6399152"/>
          </a:xfrm>
          <a:custGeom>
            <a:avLst/>
            <a:gdLst>
              <a:gd name="connsiteX0" fmla="*/ 0 w 7689157"/>
              <a:gd name="connsiteY0" fmla="*/ 0 h 6399152"/>
              <a:gd name="connsiteX1" fmla="*/ 7689157 w 7689157"/>
              <a:gd name="connsiteY1" fmla="*/ 0 h 6399152"/>
              <a:gd name="connsiteX2" fmla="*/ 7689157 w 7689157"/>
              <a:gd name="connsiteY2" fmla="*/ 6399152 h 6399152"/>
              <a:gd name="connsiteX3" fmla="*/ 578440 w 7689157"/>
              <a:gd name="connsiteY3" fmla="*/ 6399152 h 6399152"/>
              <a:gd name="connsiteX4" fmla="*/ 0 w 7689157"/>
              <a:gd name="connsiteY4" fmla="*/ 582071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2">
                <a:moveTo>
                  <a:pt x="0" y="0"/>
                </a:moveTo>
                <a:lnTo>
                  <a:pt x="7689157" y="0"/>
                </a:lnTo>
                <a:lnTo>
                  <a:pt x="7689157" y="6399152"/>
                </a:lnTo>
                <a:lnTo>
                  <a:pt x="578440" y="6399152"/>
                </a:lnTo>
                <a:cubicBezTo>
                  <a:pt x="258976" y="6399152"/>
                  <a:pt x="0" y="6140176"/>
                  <a:pt x="0" y="5820712"/>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EB2249CC-ABEB-43E4-956A-E3EA25785381}" type="datetime1">
              <a:rPr lang="en-US" smtClean="0"/>
              <a:t>11/6/2025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52036954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429768"/>
            <a:ext cx="10890374" cy="1627632"/>
          </a:xfrm>
        </p:spPr>
        <p:txBody>
          <a:bodyPr anchor="t">
            <a:normAutofit/>
          </a:bodyPr>
          <a:lstStyle>
            <a:lvl1pPr>
              <a:defRPr sz="6600">
                <a:solidFill>
                  <a:schemeClr val="accent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29768" y="3264408"/>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1FE689B-95F7-4D9F-8FA3-5EAD5F062125}" type="datetime1">
              <a:rPr lang="en-US" smtClean="0"/>
              <a:t>11/6/2025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874572490"/>
      </p:ext>
    </p:extLst>
  </p:cSld>
  <p:clrMapOvr>
    <a:overrideClrMapping bg1="lt1" tx1="dk1" bg2="lt2" tx2="dk2" accent1="accent1" accent2="accent2" accent3="accent3" accent4="accent4" accent5="accent5" accent6="accent6" hlink="hlink" folHlink="folHlink"/>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27318"/>
            <a:ext cx="8430768" cy="1842020"/>
          </a:xfrm>
        </p:spPr>
        <p:txBody>
          <a:bodyPr anchor="b">
            <a:normAutofit/>
          </a:bodyPr>
          <a:lstStyle>
            <a:lvl1pPr>
              <a:defRPr sz="6000">
                <a:solidFill>
                  <a:schemeClr val="accent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29768" y="3622673"/>
            <a:ext cx="8430768" cy="18288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B9EC20F-E1D8-4943-B054-6F2B6C10D630}" type="datetime1">
              <a:rPr lang="en-US" smtClean="0"/>
              <a:t>11/6/2025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16349675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29768" y="283464"/>
            <a:ext cx="10652760" cy="96926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29768" y="1380744"/>
            <a:ext cx="10652760" cy="490118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29768" y="6492240"/>
            <a:ext cx="2843784" cy="338328"/>
          </a:xfrm>
          <a:prstGeom prst="rect">
            <a:avLst/>
          </a:prstGeom>
        </p:spPr>
        <p:txBody>
          <a:bodyPr vert="horz" lIns="91440" tIns="45720" rIns="91440" bIns="45720" rtlCol="0" anchor="ctr"/>
          <a:lstStyle>
            <a:lvl1pPr algn="l">
              <a:defRPr sz="800">
                <a:solidFill>
                  <a:schemeClr val="tx1"/>
                </a:solidFill>
              </a:defRPr>
            </a:lvl1pPr>
          </a:lstStyle>
          <a:p>
            <a:fld id="{F7F99000-8DC5-4FAA-962C-D38BB4F2BF7D}" type="datetime1">
              <a:rPr lang="en-US" smtClean="0"/>
              <a:t>11/6/2025</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97112" y="6492240"/>
            <a:ext cx="2660904" cy="338328"/>
          </a:xfrm>
          <a:prstGeom prst="rect">
            <a:avLst/>
          </a:prstGeom>
        </p:spPr>
        <p:txBody>
          <a:bodyPr vert="horz" lIns="91440" tIns="45720" rIns="91440" bIns="45720" rtlCol="0" anchor="ctr"/>
          <a:lstStyle>
            <a:lvl1pPr algn="r">
              <a:defRPr sz="800">
                <a:solidFill>
                  <a:schemeClr val="tx1"/>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49456" y="6492240"/>
            <a:ext cx="457200" cy="338328"/>
          </a:xfrm>
          <a:prstGeom prst="rect">
            <a:avLst/>
          </a:prstGeom>
        </p:spPr>
        <p:txBody>
          <a:bodyPr vert="horz" lIns="91440" tIns="45720" rIns="91440" bIns="45720" rtlCol="0" anchor="ctr"/>
          <a:lstStyle>
            <a:lvl1pPr algn="r">
              <a:defRPr sz="800">
                <a:solidFill>
                  <a:schemeClr val="tx1"/>
                </a:solidFill>
              </a:defRPr>
            </a:lvl1pPr>
          </a:lstStyle>
          <a:p>
            <a:fld id="{CC057153-B650-4DEB-B370-79DDCFDCE934}" type="slidenum">
              <a:rPr lang="en-US" smtClean="0"/>
              <a:pPr/>
              <a:t>‹Nº›</a:t>
            </a:fld>
            <a:endParaRPr lang="en-US" dirty="0"/>
          </a:p>
        </p:txBody>
      </p:sp>
    </p:spTree>
    <p:extLst>
      <p:ext uri="{BB962C8B-B14F-4D97-AF65-F5344CB8AC3E}">
        <p14:creationId xmlns:p14="http://schemas.microsoft.com/office/powerpoint/2010/main" val="1972634204"/>
      </p:ext>
    </p:extLst>
  </p:cSld>
  <p:clrMap bg1="lt1" tx1="dk1" bg2="lt2" tx2="dk2" accent1="accent1" accent2="accent2" accent3="accent3" accent4="accent4" accent5="accent5" accent6="accent6" hlink="hlink" folHlink="folHlink"/>
  <p:sldLayoutIdLst>
    <p:sldLayoutId id="2147483803" r:id="rId1"/>
    <p:sldLayoutId id="2147483802" r:id="rId2"/>
    <p:sldLayoutId id="2147483804"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763" r:id="rId14"/>
    <p:sldLayoutId id="2147483764" r:id="rId15"/>
    <p:sldLayoutId id="2147483765" r:id="rId16"/>
    <p:sldLayoutId id="2147483766" r:id="rId17"/>
    <p:sldLayoutId id="2147483767" r:id="rId18"/>
    <p:sldLayoutId id="2147483768" r:id="rId19"/>
    <p:sldLayoutId id="2147483769" r:id="rId20"/>
    <p:sldLayoutId id="2147483770" r:id="rId21"/>
    <p:sldLayoutId id="2147483771" r:id="rId22"/>
    <p:sldLayoutId id="2147483772" r:id="rId23"/>
    <p:sldLayoutId id="2147483773" r:id="rId24"/>
    <p:sldLayoutId id="2147483774" r:id="rId25"/>
    <p:sldLayoutId id="2147483775" r:id="rId26"/>
    <p:sldLayoutId id="2147483776" r:id="rId27"/>
    <p:sldLayoutId id="2147483777" r:id="rId28"/>
    <p:sldLayoutId id="2147483778" r:id="rId29"/>
    <p:sldLayoutId id="2147483779" r:id="rId30"/>
    <p:sldLayoutId id="2147483780" r:id="rId31"/>
    <p:sldLayoutId id="2147483781" r:id="rId32"/>
    <p:sldLayoutId id="2147483782" r:id="rId33"/>
    <p:sldLayoutId id="2147483783" r:id="rId34"/>
    <p:sldLayoutId id="2147483784" r:id="rId35"/>
    <p:sldLayoutId id="2147483785" r:id="rId36"/>
    <p:sldLayoutId id="2147483786" r:id="rId37"/>
    <p:sldLayoutId id="2147483787" r:id="rId38"/>
    <p:sldLayoutId id="2147483788" r:id="rId39"/>
    <p:sldLayoutId id="2147483789" r:id="rId40"/>
    <p:sldLayoutId id="2147483790" r:id="rId41"/>
    <p:sldLayoutId id="2147483791" r:id="rId42"/>
    <p:sldLayoutId id="2147483792" r:id="rId43"/>
    <p:sldLayoutId id="2147483793" r:id="rId44"/>
    <p:sldLayoutId id="2147483794" r:id="rId45"/>
    <p:sldLayoutId id="2147483795" r:id="rId46"/>
    <p:sldLayoutId id="2147483796" r:id="rId47"/>
    <p:sldLayoutId id="2147483797" r:id="rId48"/>
    <p:sldLayoutId id="2147483798" r:id="rId49"/>
    <p:sldLayoutId id="2147483799" r:id="rId50"/>
    <p:sldLayoutId id="2147483800" r:id="rId51"/>
    <p:sldLayoutId id="2147483801" r:id="rId52"/>
  </p:sldLayoutIdLst>
  <p:hf sldNum="0" hdr="0" ftr="0" dt="0"/>
  <p:txStyles>
    <p:title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637025-E964-E34B-1581-A3E69BCA1988}"/>
              </a:ext>
            </a:extLst>
          </p:cNvPr>
          <p:cNvSpPr>
            <a:spLocks noGrp="1"/>
          </p:cNvSpPr>
          <p:nvPr>
            <p:ph type="ctrTitle"/>
          </p:nvPr>
        </p:nvSpPr>
        <p:spPr>
          <a:xfrm>
            <a:off x="429768" y="411480"/>
            <a:ext cx="5330952" cy="3739896"/>
          </a:xfrm>
        </p:spPr>
        <p:txBody>
          <a:bodyPr anchor="t">
            <a:normAutofit/>
          </a:bodyPr>
          <a:lstStyle/>
          <a:p>
            <a:r>
              <a:rPr lang="es-CL" sz="4800" dirty="0"/>
              <a:t>estudio de caso- análisis de una empresa ti</a:t>
            </a:r>
          </a:p>
        </p:txBody>
      </p:sp>
      <p:sp>
        <p:nvSpPr>
          <p:cNvPr id="3" name="Subtítulo 2">
            <a:extLst>
              <a:ext uri="{FF2B5EF4-FFF2-40B4-BE49-F238E27FC236}">
                <a16:creationId xmlns:a16="http://schemas.microsoft.com/office/drawing/2014/main" id="{8180DC46-8C67-AF82-185B-46CE33F4B878}"/>
              </a:ext>
            </a:extLst>
          </p:cNvPr>
          <p:cNvSpPr>
            <a:spLocks noGrp="1"/>
          </p:cNvSpPr>
          <p:nvPr>
            <p:ph type="subTitle" idx="1"/>
          </p:nvPr>
        </p:nvSpPr>
        <p:spPr>
          <a:xfrm>
            <a:off x="429768" y="4873752"/>
            <a:ext cx="4517136" cy="1380744"/>
          </a:xfrm>
        </p:spPr>
        <p:txBody>
          <a:bodyPr anchor="b">
            <a:normAutofit/>
          </a:bodyPr>
          <a:lstStyle/>
          <a:p>
            <a:r>
              <a:rPr lang="es-CL" b="1" u="sng" dirty="0"/>
              <a:t>Grupo 2</a:t>
            </a:r>
            <a:endParaRPr lang="es-CL" dirty="0"/>
          </a:p>
          <a:p>
            <a:r>
              <a:rPr lang="es-CL" b="1" u="sng" dirty="0"/>
              <a:t>Integrantes: </a:t>
            </a:r>
            <a:r>
              <a:rPr lang="es-CL" dirty="0"/>
              <a:t>Israel Lagos – Joaquín Leppe – Camilo Olivares – Paz Beltrán</a:t>
            </a:r>
          </a:p>
          <a:p>
            <a:endParaRPr lang="es-CL" dirty="0"/>
          </a:p>
        </p:txBody>
      </p:sp>
      <p:sp>
        <p:nvSpPr>
          <p:cNvPr id="10" name="Picture Placeholder 3">
            <a:extLst>
              <a:ext uri="{FF2B5EF4-FFF2-40B4-BE49-F238E27FC236}">
                <a16:creationId xmlns:a16="http://schemas.microsoft.com/office/drawing/2014/main" id="{906C0DD0-2F89-3333-74D6-212E5D949821}"/>
              </a:ext>
            </a:extLst>
          </p:cNvPr>
          <p:cNvSpPr>
            <a:spLocks noGrp="1"/>
          </p:cNvSpPr>
          <p:nvPr>
            <p:ph type="pic" sz="quarter" idx="13"/>
          </p:nvPr>
        </p:nvSpPr>
        <p:spPr>
          <a:xfrm>
            <a:off x="6517248" y="0"/>
            <a:ext cx="5674753" cy="6399152"/>
          </a:xfrm>
        </p:spPr>
        <p:txBody>
          <a:bodyPr/>
          <a:lstStyle/>
          <a:p>
            <a:endParaRPr lang="es-CL"/>
          </a:p>
        </p:txBody>
      </p:sp>
    </p:spTree>
    <p:extLst>
      <p:ext uri="{BB962C8B-B14F-4D97-AF65-F5344CB8AC3E}">
        <p14:creationId xmlns:p14="http://schemas.microsoft.com/office/powerpoint/2010/main" val="1400075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E9E3FB-EE0E-2A79-7508-A5AE3BB8FF73}"/>
              </a:ext>
            </a:extLst>
          </p:cNvPr>
          <p:cNvSpPr>
            <a:spLocks noGrp="1"/>
          </p:cNvSpPr>
          <p:nvPr>
            <p:ph type="title"/>
          </p:nvPr>
        </p:nvSpPr>
        <p:spPr>
          <a:xfrm>
            <a:off x="429768" y="411480"/>
            <a:ext cx="11045952" cy="1828800"/>
          </a:xfrm>
        </p:spPr>
        <p:txBody>
          <a:bodyPr anchor="t">
            <a:normAutofit/>
          </a:bodyPr>
          <a:lstStyle/>
          <a:p>
            <a:r>
              <a:rPr lang="es-ES" dirty="0"/>
              <a:t>P</a:t>
            </a:r>
            <a:r>
              <a:rPr lang="es-CL" dirty="0"/>
              <a:t>c factory</a:t>
            </a:r>
          </a:p>
        </p:txBody>
      </p:sp>
      <p:sp>
        <p:nvSpPr>
          <p:cNvPr id="4" name="CuadroTexto 3">
            <a:extLst>
              <a:ext uri="{FF2B5EF4-FFF2-40B4-BE49-F238E27FC236}">
                <a16:creationId xmlns:a16="http://schemas.microsoft.com/office/drawing/2014/main" id="{3FE5957F-FC7E-C892-8B9C-7DBB04BBE9ED}"/>
              </a:ext>
            </a:extLst>
          </p:cNvPr>
          <p:cNvSpPr txBox="1"/>
          <p:nvPr/>
        </p:nvSpPr>
        <p:spPr>
          <a:xfrm>
            <a:off x="429768" y="2240280"/>
            <a:ext cx="5666232" cy="2954655"/>
          </a:xfrm>
          <a:prstGeom prst="rect">
            <a:avLst/>
          </a:prstGeom>
          <a:noFill/>
        </p:spPr>
        <p:txBody>
          <a:bodyPr wrap="square" rtlCol="0">
            <a:spAutoFit/>
          </a:bodyPr>
          <a:lstStyle/>
          <a:p>
            <a:pPr algn="just"/>
            <a:r>
              <a:rPr lang="es-ES" sz="1600" b="1" dirty="0"/>
              <a:t>Análisis de la Empresa:</a:t>
            </a:r>
          </a:p>
          <a:p>
            <a:pPr algn="just"/>
            <a:endParaRPr lang="es-ES" sz="1600" dirty="0"/>
          </a:p>
          <a:p>
            <a:pPr marL="285750" indent="-285750">
              <a:buFont typeface="Arial" panose="020B0604020202020204" pitchFamily="34" charset="0"/>
              <a:buChar char="•"/>
            </a:pPr>
            <a:r>
              <a:rPr lang="es-ES" sz="1400" dirty="0"/>
              <a:t>Es una empresa de tecnología mejor posicionada en el país y reconocida nacionalmente como una de las primeras opciones para comprar implementos tecnológicos. Están ubicados a lo largo de todo Chile a diferencia de sus competidores. </a:t>
            </a:r>
          </a:p>
          <a:p>
            <a:endParaRPr lang="es-ES" sz="1400" dirty="0"/>
          </a:p>
          <a:p>
            <a:pPr marL="285750" indent="-285750">
              <a:buFont typeface="Arial" panose="020B0604020202020204" pitchFamily="34" charset="0"/>
              <a:buChar char="•"/>
            </a:pPr>
            <a:r>
              <a:rPr lang="es-ES" sz="1400" dirty="0"/>
              <a:t>Cuentan con un amplio y diverso portafolio de productos tecnológicos que cubren las necesidades de hogar, trabajo y entretenimiento.  </a:t>
            </a:r>
          </a:p>
          <a:p>
            <a:endParaRPr lang="es-ES" sz="1400" dirty="0"/>
          </a:p>
          <a:p>
            <a:pPr marL="285750" indent="-285750">
              <a:buFont typeface="Arial" panose="020B0604020202020204" pitchFamily="34" charset="0"/>
              <a:buChar char="•"/>
            </a:pPr>
            <a:r>
              <a:rPr lang="es-ES" sz="1400" dirty="0"/>
              <a:t>Además de servicios, asesoramiento, arma tu PC, Servicio técnico y garantía. </a:t>
            </a:r>
            <a:endParaRPr lang="es-CL" sz="1400" dirty="0"/>
          </a:p>
        </p:txBody>
      </p:sp>
      <p:pic>
        <p:nvPicPr>
          <p:cNvPr id="6" name="Imagen 5">
            <a:extLst>
              <a:ext uri="{FF2B5EF4-FFF2-40B4-BE49-F238E27FC236}">
                <a16:creationId xmlns:a16="http://schemas.microsoft.com/office/drawing/2014/main" id="{F139A060-526B-DEE4-A21A-6CCA083C0D1C}"/>
              </a:ext>
            </a:extLst>
          </p:cNvPr>
          <p:cNvPicPr>
            <a:picLocks noChangeAspect="1"/>
          </p:cNvPicPr>
          <p:nvPr/>
        </p:nvPicPr>
        <p:blipFill>
          <a:blip r:embed="rId2"/>
          <a:stretch>
            <a:fillRect/>
          </a:stretch>
        </p:blipFill>
        <p:spPr>
          <a:xfrm>
            <a:off x="5878347" y="2413145"/>
            <a:ext cx="5597373" cy="3424098"/>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spTree>
    <p:extLst>
      <p:ext uri="{BB962C8B-B14F-4D97-AF65-F5344CB8AC3E}">
        <p14:creationId xmlns:p14="http://schemas.microsoft.com/office/powerpoint/2010/main" val="2668275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9F195C-B038-3016-E28E-77AD506E1CBE}"/>
              </a:ext>
            </a:extLst>
          </p:cNvPr>
          <p:cNvSpPr>
            <a:spLocks noGrp="1"/>
          </p:cNvSpPr>
          <p:nvPr>
            <p:ph type="title"/>
          </p:nvPr>
        </p:nvSpPr>
        <p:spPr>
          <a:xfrm>
            <a:off x="688932" y="549002"/>
            <a:ext cx="10604738" cy="1068977"/>
          </a:xfrm>
        </p:spPr>
        <p:txBody>
          <a:bodyPr>
            <a:normAutofit/>
          </a:bodyPr>
          <a:lstStyle/>
          <a:p>
            <a:r>
              <a:rPr lang="es-ES" sz="3200" dirty="0"/>
              <a:t>¿Qué perfiles profesionales son clave en la empresa?</a:t>
            </a:r>
            <a:endParaRPr lang="es-CL" sz="3200" dirty="0"/>
          </a:p>
        </p:txBody>
      </p:sp>
      <p:sp>
        <p:nvSpPr>
          <p:cNvPr id="4" name="Marcador de contenido 2">
            <a:extLst>
              <a:ext uri="{FF2B5EF4-FFF2-40B4-BE49-F238E27FC236}">
                <a16:creationId xmlns:a16="http://schemas.microsoft.com/office/drawing/2014/main" id="{F01F975A-08B3-F982-BF78-24E35F3DB521}"/>
              </a:ext>
            </a:extLst>
          </p:cNvPr>
          <p:cNvSpPr txBox="1">
            <a:spLocks/>
          </p:cNvSpPr>
          <p:nvPr/>
        </p:nvSpPr>
        <p:spPr>
          <a:xfrm>
            <a:off x="417242" y="1780902"/>
            <a:ext cx="6090775" cy="4304211"/>
          </a:xfrm>
          <a:prstGeom prst="rect">
            <a:avLst/>
          </a:prstGeom>
        </p:spPr>
        <p:txBody>
          <a:bodyPr vert="horz" lIns="91440" tIns="45720" rIns="91440" bIns="45720" rtlCol="0">
            <a:normAutofit fontScale="70000" lnSpcReduction="20000"/>
          </a:bodyPr>
          <a:lstStyle>
            <a:lvl1pPr marL="457200" indent="-457200" algn="l" defTabSz="914400" rtl="0" eaLnBrk="1" latinLnBrk="0" hangingPunct="1">
              <a:lnSpc>
                <a:spcPct val="120000"/>
              </a:lnSpc>
              <a:spcBef>
                <a:spcPts val="1000"/>
              </a:spcBef>
              <a:buFont typeface="+mj-lt"/>
              <a:buAutoNum type="arabicPeriod"/>
              <a:defRPr lang="en-US" sz="1800" kern="1200" dirty="0">
                <a:solidFill>
                  <a:schemeClr val="tx1"/>
                </a:solidFill>
                <a:latin typeface="+mn-lt"/>
                <a:ea typeface="+mn-ea"/>
                <a:cs typeface="+mn-cs"/>
              </a:defRPr>
            </a:lvl1pPr>
            <a:lvl2pPr marL="571500" indent="-342900" algn="l" defTabSz="914400" rtl="0" eaLnBrk="1" latinLnBrk="0" hangingPunct="1">
              <a:lnSpc>
                <a:spcPct val="120000"/>
              </a:lnSpc>
              <a:spcBef>
                <a:spcPts val="500"/>
              </a:spcBef>
              <a:buFont typeface="+mj-lt"/>
              <a:buAutoNum type="arabicPeriod"/>
              <a:defRPr lang="en-US" sz="1600" kern="1200" dirty="0">
                <a:solidFill>
                  <a:schemeClr val="tx1"/>
                </a:solidFill>
                <a:latin typeface="+mn-lt"/>
                <a:ea typeface="+mn-ea"/>
                <a:cs typeface="+mn-cs"/>
              </a:defRPr>
            </a:lvl2pPr>
            <a:lvl3pPr marL="800100" indent="-342900" algn="l" defTabSz="914400" rtl="0" eaLnBrk="1" latinLnBrk="0" hangingPunct="1">
              <a:lnSpc>
                <a:spcPct val="120000"/>
              </a:lnSpc>
              <a:spcBef>
                <a:spcPts val="500"/>
              </a:spcBef>
              <a:buFont typeface="+mj-lt"/>
              <a:buAutoNum type="arabicPeriod"/>
              <a:defRPr lang="en-US" sz="1400" kern="1200" dirty="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mj-lt"/>
              <a:buAutoNum type="arabicPeriod"/>
              <a:defRPr lang="en-US" sz="1400" kern="1200" dirty="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mj-lt"/>
              <a:buAutoNum type="arabicPeriod"/>
              <a:defRPr lang="en-US" sz="14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s-ES" dirty="0"/>
          </a:p>
          <a:p>
            <a:r>
              <a:rPr lang="es-ES" b="1" dirty="0"/>
              <a:t>Desarrollador Front-</a:t>
            </a:r>
            <a:r>
              <a:rPr lang="es-ES" b="1" dirty="0" err="1"/>
              <a:t>End</a:t>
            </a:r>
            <a:r>
              <a:rPr lang="es-ES" dirty="0"/>
              <a:t>: para la tienda online, la experiencia de usuario, la interfaz, asegurar que la web sea atractiva, rápida y funciona bien en móvil.</a:t>
            </a:r>
          </a:p>
          <a:p>
            <a:r>
              <a:rPr lang="es-ES" b="1" dirty="0"/>
              <a:t>Desarrollador Back-</a:t>
            </a:r>
            <a:r>
              <a:rPr lang="es-ES" b="1" dirty="0" err="1"/>
              <a:t>End</a:t>
            </a:r>
            <a:r>
              <a:rPr lang="es-ES" dirty="0"/>
              <a:t>: para gestionar la lógica del sitio, las bases de datos de productos, inventario, carrito de compras, pagos, etc.</a:t>
            </a:r>
          </a:p>
          <a:p>
            <a:r>
              <a:rPr lang="es-ES" b="1" dirty="0"/>
              <a:t>DevOps</a:t>
            </a:r>
            <a:r>
              <a:rPr lang="es-ES" dirty="0"/>
              <a:t>: para asegurar que el e-</a:t>
            </a:r>
            <a:r>
              <a:rPr lang="es-ES" dirty="0" err="1"/>
              <a:t>commerce</a:t>
            </a:r>
            <a:r>
              <a:rPr lang="es-ES" dirty="0"/>
              <a:t> esté siempre “up”, el servidor funcione, que las tiendas online puedan escalar, que haya </a:t>
            </a:r>
            <a:r>
              <a:rPr lang="es-ES" dirty="0" err="1"/>
              <a:t>backups</a:t>
            </a:r>
            <a:r>
              <a:rPr lang="es-ES" dirty="0"/>
              <a:t>, etc.</a:t>
            </a:r>
          </a:p>
          <a:p>
            <a:r>
              <a:rPr lang="es-ES" b="1" dirty="0"/>
              <a:t>Analista de Datos </a:t>
            </a:r>
            <a:r>
              <a:rPr lang="es-ES" dirty="0"/>
              <a:t>: para entender qué productos se venden, cómo los usuarios usan la web, patrones de compra, para optimizar márgenes y stock.</a:t>
            </a:r>
          </a:p>
          <a:p>
            <a:r>
              <a:rPr lang="es-ES" b="1" dirty="0"/>
              <a:t>Diseñador UI/UX</a:t>
            </a:r>
            <a:r>
              <a:rPr lang="es-ES" dirty="0"/>
              <a:t>: para diseñar la experiencia del cliente, disposición de productos, interfaz limpia, navegación intuitiva.</a:t>
            </a:r>
          </a:p>
          <a:p>
            <a:r>
              <a:rPr lang="es-ES" b="1" dirty="0"/>
              <a:t>Ingeniero en Ciberseguridad: </a:t>
            </a:r>
            <a:r>
              <a:rPr lang="es-ES" dirty="0"/>
              <a:t> Responsable de la seguridad de los datos financieros y personales y defender a la empresa de ciberataques.</a:t>
            </a:r>
            <a:endParaRPr lang="es-ES" b="1" dirty="0"/>
          </a:p>
          <a:p>
            <a:endParaRPr lang="es-CL" dirty="0"/>
          </a:p>
        </p:txBody>
      </p:sp>
      <p:pic>
        <p:nvPicPr>
          <p:cNvPr id="5" name="Imagen 4">
            <a:extLst>
              <a:ext uri="{FF2B5EF4-FFF2-40B4-BE49-F238E27FC236}">
                <a16:creationId xmlns:a16="http://schemas.microsoft.com/office/drawing/2014/main" id="{EFA30F1B-F73A-ABEB-5A14-AA855641BC16}"/>
              </a:ext>
            </a:extLst>
          </p:cNvPr>
          <p:cNvPicPr>
            <a:picLocks noChangeAspect="1"/>
          </p:cNvPicPr>
          <p:nvPr/>
        </p:nvPicPr>
        <p:blipFill>
          <a:blip r:embed="rId2"/>
          <a:stretch>
            <a:fillRect/>
          </a:stretch>
        </p:blipFill>
        <p:spPr>
          <a:xfrm>
            <a:off x="6677118" y="2517770"/>
            <a:ext cx="4616552" cy="313925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873027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391E88-3DAE-4704-1C12-14F4D9F5F5DA}"/>
              </a:ext>
            </a:extLst>
          </p:cNvPr>
          <p:cNvSpPr>
            <a:spLocks noGrp="1"/>
          </p:cNvSpPr>
          <p:nvPr>
            <p:ph type="title"/>
          </p:nvPr>
        </p:nvSpPr>
        <p:spPr>
          <a:xfrm>
            <a:off x="473610" y="344465"/>
            <a:ext cx="4868742" cy="1070976"/>
          </a:xfrm>
        </p:spPr>
        <p:txBody>
          <a:bodyPr>
            <a:noAutofit/>
          </a:bodyPr>
          <a:lstStyle/>
          <a:p>
            <a:br>
              <a:rPr lang="es-CL" sz="3200" dirty="0"/>
            </a:br>
            <a:r>
              <a:rPr lang="es-CL" sz="3200" dirty="0"/>
              <a:t>Contexto laboral</a:t>
            </a:r>
            <a:br>
              <a:rPr lang="es-ES" sz="3200" dirty="0"/>
            </a:br>
            <a:endParaRPr lang="es-CL" sz="3200" dirty="0"/>
          </a:p>
        </p:txBody>
      </p:sp>
      <p:sp>
        <p:nvSpPr>
          <p:cNvPr id="3" name="Marcador de contenido 2">
            <a:extLst>
              <a:ext uri="{FF2B5EF4-FFF2-40B4-BE49-F238E27FC236}">
                <a16:creationId xmlns:a16="http://schemas.microsoft.com/office/drawing/2014/main" id="{C152204E-780B-DD50-9965-76879B30D751}"/>
              </a:ext>
            </a:extLst>
          </p:cNvPr>
          <p:cNvSpPr>
            <a:spLocks noGrp="1"/>
          </p:cNvSpPr>
          <p:nvPr>
            <p:ph sz="quarter" idx="13"/>
          </p:nvPr>
        </p:nvSpPr>
        <p:spPr>
          <a:xfrm>
            <a:off x="429768" y="2112796"/>
            <a:ext cx="5666232" cy="3198239"/>
          </a:xfrm>
        </p:spPr>
        <p:txBody>
          <a:bodyPr>
            <a:normAutofit/>
          </a:bodyPr>
          <a:lstStyle/>
          <a:p>
            <a:pPr marL="285750" indent="-285750" algn="just">
              <a:buFont typeface="Arial" panose="020B0604020202020204" pitchFamily="34" charset="0"/>
              <a:buChar char="•"/>
            </a:pPr>
            <a:r>
              <a:rPr lang="es-ES" sz="1400" dirty="0"/>
              <a:t>En su mayoría el equipo TI trabaja de manera remota, salvo el analista de datos quién debe asistir de manera regular con el equipo de marketing. </a:t>
            </a:r>
          </a:p>
          <a:p>
            <a:pPr marL="285750" indent="-285750" algn="just">
              <a:buFont typeface="Arial" panose="020B0604020202020204" pitchFamily="34" charset="0"/>
              <a:buChar char="•"/>
            </a:pPr>
            <a:r>
              <a:rPr lang="es-ES" sz="1400" dirty="0"/>
              <a:t>Su trabajo puede llegar a necesitar de reuniones esporádicas por temas puntuales. Como un Sprint semanal o cada dos semanas.</a:t>
            </a:r>
          </a:p>
          <a:p>
            <a:pPr marL="285750" indent="-285750">
              <a:buFont typeface="Arial" panose="020B0604020202020204" pitchFamily="34" charset="0"/>
              <a:buChar char="•"/>
            </a:pPr>
            <a:r>
              <a:rPr lang="es-ES" sz="1400" dirty="0"/>
              <a:t>Los desarrolladores Front-</a:t>
            </a:r>
            <a:r>
              <a:rPr lang="es-ES" sz="1400" dirty="0" err="1"/>
              <a:t>End</a:t>
            </a:r>
            <a:r>
              <a:rPr lang="es-ES" sz="1400" dirty="0"/>
              <a:t> y Back-</a:t>
            </a:r>
            <a:r>
              <a:rPr lang="es-ES" sz="1400" dirty="0" err="1"/>
              <a:t>End</a:t>
            </a:r>
            <a:r>
              <a:rPr lang="es-ES" sz="1400" dirty="0"/>
              <a:t> trabajan en parejas o grupos pequeños. Front-</a:t>
            </a:r>
            <a:r>
              <a:rPr lang="es-ES" sz="1400" dirty="0" err="1"/>
              <a:t>End</a:t>
            </a:r>
            <a:r>
              <a:rPr lang="es-ES" sz="1400" dirty="0"/>
              <a:t> diseñando la interfaz, Back-</a:t>
            </a:r>
            <a:r>
              <a:rPr lang="es-ES" sz="1400" dirty="0" err="1"/>
              <a:t>End</a:t>
            </a:r>
            <a:r>
              <a:rPr lang="es-ES" sz="1400" dirty="0"/>
              <a:t> liberando los datos de producto y asegurando rendimiento. </a:t>
            </a:r>
          </a:p>
          <a:p>
            <a:pPr marL="0" indent="0" algn="just">
              <a:buNone/>
            </a:pPr>
            <a:endParaRPr lang="es-CL" dirty="0"/>
          </a:p>
        </p:txBody>
      </p:sp>
      <p:pic>
        <p:nvPicPr>
          <p:cNvPr id="5" name="Imagen 4">
            <a:extLst>
              <a:ext uri="{FF2B5EF4-FFF2-40B4-BE49-F238E27FC236}">
                <a16:creationId xmlns:a16="http://schemas.microsoft.com/office/drawing/2014/main" id="{CCF15594-60C0-EB66-9757-6DE62FD35F9E}"/>
              </a:ext>
            </a:extLst>
          </p:cNvPr>
          <p:cNvPicPr>
            <a:picLocks noChangeAspect="1"/>
          </p:cNvPicPr>
          <p:nvPr/>
        </p:nvPicPr>
        <p:blipFill>
          <a:blip r:embed="rId3"/>
          <a:stretch>
            <a:fillRect/>
          </a:stretch>
        </p:blipFill>
        <p:spPr>
          <a:xfrm>
            <a:off x="6389914" y="1750150"/>
            <a:ext cx="5372318" cy="335769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217995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07CEEC-3E88-2776-E366-209ABF0DB5F7}"/>
              </a:ext>
            </a:extLst>
          </p:cNvPr>
          <p:cNvSpPr>
            <a:spLocks noGrp="1"/>
          </p:cNvSpPr>
          <p:nvPr>
            <p:ph type="title"/>
          </p:nvPr>
        </p:nvSpPr>
        <p:spPr/>
        <p:txBody>
          <a:bodyPr>
            <a:noAutofit/>
          </a:bodyPr>
          <a:lstStyle/>
          <a:p>
            <a:r>
              <a:rPr lang="es-ES" sz="2800" dirty="0"/>
              <a:t>¿Qué competencias y habilidades valora la empresa para esos perfiles? (habilidades técnicas y blandas).</a:t>
            </a:r>
            <a:br>
              <a:rPr lang="es-CL" sz="2800" dirty="0"/>
            </a:br>
            <a:endParaRPr lang="es-CL" sz="2800" dirty="0"/>
          </a:p>
        </p:txBody>
      </p:sp>
      <p:sp>
        <p:nvSpPr>
          <p:cNvPr id="3" name="Marcador de contenido 2">
            <a:extLst>
              <a:ext uri="{FF2B5EF4-FFF2-40B4-BE49-F238E27FC236}">
                <a16:creationId xmlns:a16="http://schemas.microsoft.com/office/drawing/2014/main" id="{C2675DF9-B1BA-1944-9CD7-BDE345848C8D}"/>
              </a:ext>
            </a:extLst>
          </p:cNvPr>
          <p:cNvSpPr>
            <a:spLocks noGrp="1"/>
          </p:cNvSpPr>
          <p:nvPr>
            <p:ph sz="quarter" idx="13"/>
          </p:nvPr>
        </p:nvSpPr>
        <p:spPr>
          <a:xfrm>
            <a:off x="716280" y="1965960"/>
            <a:ext cx="5780976" cy="3858768"/>
          </a:xfrm>
        </p:spPr>
        <p:txBody>
          <a:bodyPr/>
          <a:lstStyle/>
          <a:p>
            <a:r>
              <a:rPr lang="es-ES" dirty="0"/>
              <a:t>Comunicación efectiva</a:t>
            </a:r>
          </a:p>
          <a:p>
            <a:r>
              <a:rPr lang="es-ES" dirty="0"/>
              <a:t>Proactividad</a:t>
            </a:r>
          </a:p>
          <a:p>
            <a:r>
              <a:rPr lang="es-ES" dirty="0"/>
              <a:t>Trabajo en equipo</a:t>
            </a:r>
          </a:p>
          <a:p>
            <a:r>
              <a:rPr lang="es-ES" dirty="0"/>
              <a:t>Honestidad</a:t>
            </a:r>
          </a:p>
          <a:p>
            <a:r>
              <a:rPr lang="es-ES" dirty="0"/>
              <a:t>Resolución de problemas y pensamiento crítico</a:t>
            </a:r>
          </a:p>
          <a:p>
            <a:r>
              <a:rPr lang="es-CL" dirty="0"/>
              <a:t>Adaptabilidad y aprendizaje continuo</a:t>
            </a:r>
          </a:p>
          <a:p>
            <a:r>
              <a:rPr lang="es-CL" dirty="0"/>
              <a:t>Gestión de tiempo y cumplimiento de metas</a:t>
            </a:r>
          </a:p>
          <a:p>
            <a:r>
              <a:rPr lang="es-CL" dirty="0"/>
              <a:t>Conocimientos técnicos</a:t>
            </a:r>
          </a:p>
        </p:txBody>
      </p:sp>
      <p:pic>
        <p:nvPicPr>
          <p:cNvPr id="4" name="Imagen 3">
            <a:extLst>
              <a:ext uri="{FF2B5EF4-FFF2-40B4-BE49-F238E27FC236}">
                <a16:creationId xmlns:a16="http://schemas.microsoft.com/office/drawing/2014/main" id="{353C9DCC-C4B9-4839-5C68-7C5500310719}"/>
              </a:ext>
            </a:extLst>
          </p:cNvPr>
          <p:cNvPicPr>
            <a:picLocks noChangeAspect="1"/>
          </p:cNvPicPr>
          <p:nvPr/>
        </p:nvPicPr>
        <p:blipFill>
          <a:blip r:embed="rId2"/>
          <a:stretch>
            <a:fillRect/>
          </a:stretch>
        </p:blipFill>
        <p:spPr>
          <a:xfrm>
            <a:off x="6497256" y="2240280"/>
            <a:ext cx="5134203" cy="2882359"/>
          </a:xfrm>
          <a:prstGeom prst="rect">
            <a:avLst/>
          </a:prstGeom>
          <a:ln>
            <a:noFill/>
          </a:ln>
          <a:effectLst>
            <a:softEdge rad="112500"/>
          </a:effectLst>
        </p:spPr>
      </p:pic>
    </p:spTree>
    <p:extLst>
      <p:ext uri="{BB962C8B-B14F-4D97-AF65-F5344CB8AC3E}">
        <p14:creationId xmlns:p14="http://schemas.microsoft.com/office/powerpoint/2010/main" val="2101149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31133B-72EC-1624-5BC7-9D63A6A57F6D}"/>
              </a:ext>
            </a:extLst>
          </p:cNvPr>
          <p:cNvSpPr>
            <a:spLocks noGrp="1"/>
          </p:cNvSpPr>
          <p:nvPr>
            <p:ph type="title"/>
          </p:nvPr>
        </p:nvSpPr>
        <p:spPr>
          <a:xfrm>
            <a:off x="1333280" y="441900"/>
            <a:ext cx="8812203" cy="1101635"/>
          </a:xfrm>
        </p:spPr>
        <p:txBody>
          <a:bodyPr>
            <a:normAutofit fontScale="90000"/>
          </a:bodyPr>
          <a:lstStyle/>
          <a:p>
            <a:pPr algn="ctr"/>
            <a:r>
              <a:rPr lang="es-ES" dirty="0"/>
              <a:t>Conclusiones</a:t>
            </a:r>
            <a:endParaRPr lang="es-CL" dirty="0"/>
          </a:p>
        </p:txBody>
      </p:sp>
      <p:sp>
        <p:nvSpPr>
          <p:cNvPr id="4" name="CuadroTexto 3">
            <a:extLst>
              <a:ext uri="{FF2B5EF4-FFF2-40B4-BE49-F238E27FC236}">
                <a16:creationId xmlns:a16="http://schemas.microsoft.com/office/drawing/2014/main" id="{443B7E51-3D7B-7FF0-3F2B-A2C4BA83C47B}"/>
              </a:ext>
            </a:extLst>
          </p:cNvPr>
          <p:cNvSpPr txBox="1"/>
          <p:nvPr/>
        </p:nvSpPr>
        <p:spPr>
          <a:xfrm>
            <a:off x="1499395" y="1948394"/>
            <a:ext cx="8479971" cy="4247317"/>
          </a:xfrm>
          <a:prstGeom prst="rect">
            <a:avLst/>
          </a:prstGeom>
          <a:noFill/>
        </p:spPr>
        <p:txBody>
          <a:bodyPr wrap="square" rtlCol="0">
            <a:spAutoFit/>
          </a:bodyPr>
          <a:lstStyle/>
          <a:p>
            <a:pPr marL="285750" indent="-285750" algn="just">
              <a:buFont typeface="Wingdings" panose="05000000000000000000" pitchFamily="2" charset="2"/>
              <a:buChar char="ü"/>
            </a:pPr>
            <a:r>
              <a:rPr lang="es-ES" dirty="0"/>
              <a:t>Pc Factory es una compañía que se caracteriza por contar con un gran equipo tecnológico que se encarga que su pagina web se mantenga funcionando correctamente. Y que la comunicación con sus clientes y proveedores sea fluida.</a:t>
            </a:r>
          </a:p>
          <a:p>
            <a:pPr algn="just"/>
            <a:endParaRPr lang="es-ES" dirty="0"/>
          </a:p>
          <a:p>
            <a:pPr marL="285750" indent="-285750" algn="just">
              <a:buFont typeface="Wingdings" panose="05000000000000000000" pitchFamily="2" charset="2"/>
              <a:buChar char="ü"/>
            </a:pPr>
            <a:r>
              <a:rPr lang="es-ES" dirty="0"/>
              <a:t>Se ha mantenido invirtiendo en procesos clave como ciberseguridad, un buen hosting o servidores, que no tengan problemas de soporte en el flujo de clientes en masa (</a:t>
            </a:r>
            <a:r>
              <a:rPr lang="es-ES" dirty="0" err="1"/>
              <a:t>cyber</a:t>
            </a:r>
            <a:r>
              <a:rPr lang="es-ES" dirty="0"/>
              <a:t>) </a:t>
            </a:r>
          </a:p>
          <a:p>
            <a:pPr algn="just"/>
            <a:endParaRPr lang="es-ES" dirty="0"/>
          </a:p>
          <a:p>
            <a:pPr marL="285750" indent="-285750" algn="just">
              <a:buFont typeface="Wingdings" panose="05000000000000000000" pitchFamily="2" charset="2"/>
              <a:buChar char="ü"/>
            </a:pPr>
            <a:r>
              <a:rPr lang="es-ES" dirty="0"/>
              <a:t>Ha fomentado el uso de su plataforma web para compras, lo que ha llevado invertir en posicionamiento SEO, a la hora de la búsqueda web. </a:t>
            </a:r>
          </a:p>
          <a:p>
            <a:pPr algn="just"/>
            <a:endParaRPr lang="es-ES" dirty="0"/>
          </a:p>
          <a:p>
            <a:pPr marL="285750" indent="-285750" algn="just">
              <a:buFont typeface="Wingdings" panose="05000000000000000000" pitchFamily="2" charset="2"/>
              <a:buChar char="ü"/>
            </a:pPr>
            <a:r>
              <a:rPr lang="es-ES" dirty="0"/>
              <a:t>Han trabajado en mejorar la experiencia de usuario en el sitio web (UX), creando una plataforma más intuitiva y accesible. (</a:t>
            </a:r>
            <a:r>
              <a:rPr lang="es-ES" dirty="0" err="1"/>
              <a:t>Landpage</a:t>
            </a:r>
            <a:r>
              <a:rPr lang="es-ES" dirty="0"/>
              <a:t>)</a:t>
            </a:r>
          </a:p>
          <a:p>
            <a:pPr marL="285750" indent="-285750" algn="just">
              <a:buFont typeface="Wingdings" panose="05000000000000000000" pitchFamily="2" charset="2"/>
              <a:buChar char="ü"/>
            </a:pPr>
            <a:endParaRPr lang="es-CL" dirty="0"/>
          </a:p>
        </p:txBody>
      </p:sp>
    </p:spTree>
    <p:extLst>
      <p:ext uri="{BB962C8B-B14F-4D97-AF65-F5344CB8AC3E}">
        <p14:creationId xmlns:p14="http://schemas.microsoft.com/office/powerpoint/2010/main" val="394364743"/>
      </p:ext>
    </p:extLst>
  </p:cSld>
  <p:clrMapOvr>
    <a:masterClrMapping/>
  </p:clrMapOvr>
</p:sld>
</file>

<file path=ppt/theme/theme1.xml><?xml version="1.0" encoding="utf-8"?>
<a:theme xmlns:a="http://schemas.openxmlformats.org/drawingml/2006/main" name="Oasis">
  <a:themeElements>
    <a:clrScheme name="Oasis">
      <a:dk1>
        <a:srgbClr val="131313"/>
      </a:dk1>
      <a:lt1>
        <a:sysClr val="window" lastClr="FFFFFF"/>
      </a:lt1>
      <a:dk2>
        <a:srgbClr val="2D2A27"/>
      </a:dk2>
      <a:lt2>
        <a:srgbClr val="F0EBE6"/>
      </a:lt2>
      <a:accent1>
        <a:srgbClr val="9F7667"/>
      </a:accent1>
      <a:accent2>
        <a:srgbClr val="BE8856"/>
      </a:accent2>
      <a:accent3>
        <a:srgbClr val="BD9075"/>
      </a:accent3>
      <a:accent4>
        <a:srgbClr val="939081"/>
      </a:accent4>
      <a:accent5>
        <a:srgbClr val="A16D4C"/>
      </a:accent5>
      <a:accent6>
        <a:srgbClr val="8C8662"/>
      </a:accent6>
      <a:hlink>
        <a:srgbClr val="A57361"/>
      </a:hlink>
      <a:folHlink>
        <a:srgbClr val="8C8662"/>
      </a:folHlink>
    </a:clrScheme>
    <a:fontScheme name="Oasis Font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asis" id="{F87D57D1-6595-40EA-BD1E-F0C34D0EF910}" vid="{ECA7DBCD-4BC8-40F2-8EF4-7A6D942FA19B}"/>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82</TotalTime>
  <Words>682</Words>
  <Application>Microsoft Office PowerPoint</Application>
  <PresentationFormat>Panorámica</PresentationFormat>
  <Paragraphs>52</Paragraphs>
  <Slides>6</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6</vt:i4>
      </vt:variant>
    </vt:vector>
  </HeadingPairs>
  <TitlesOfParts>
    <vt:vector size="11" baseType="lpstr">
      <vt:lpstr>Aptos</vt:lpstr>
      <vt:lpstr>Arial</vt:lpstr>
      <vt:lpstr>Neue Haas Grotesk Text Pro</vt:lpstr>
      <vt:lpstr>Wingdings</vt:lpstr>
      <vt:lpstr>Oasis</vt:lpstr>
      <vt:lpstr>estudio de caso- análisis de una empresa ti</vt:lpstr>
      <vt:lpstr>Pc factory</vt:lpstr>
      <vt:lpstr>¿Qué perfiles profesionales son clave en la empresa?</vt:lpstr>
      <vt:lpstr> Contexto laboral </vt:lpstr>
      <vt:lpstr>¿Qué competencias y habilidades valora la empresa para esos perfiles? (habilidades técnicas y blandas). </vt:lpstr>
      <vt:lpstr>Conclusiones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estudio de caso- análisis de una empresa ti</dc:title>
  <dc:creator>paz beltran</dc:creator>
  <cp:lastModifiedBy>Joaquin Leppe</cp:lastModifiedBy>
  <cp:revision>4</cp:revision>
  <dcterms:created xsi:type="dcterms:W3CDTF">2025-11-06T23:15:36Z</dcterms:created>
  <dcterms:modified xsi:type="dcterms:W3CDTF">2025-11-07T00:40:06Z</dcterms:modified>
</cp:coreProperties>
</file>